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89" r:id="rId5"/>
    <p:sldId id="258" r:id="rId6"/>
    <p:sldId id="282" r:id="rId7"/>
    <p:sldId id="284" r:id="rId8"/>
    <p:sldId id="285" r:id="rId9"/>
    <p:sldId id="286" r:id="rId10"/>
    <p:sldId id="287" r:id="rId11"/>
    <p:sldId id="271" r:id="rId12"/>
    <p:sldId id="28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EC53FE-02D8-47B1-BC51-32882E476191}" v="42" dt="2026-03-12T09:27:05.4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7" autoAdjust="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e Ceccarelli (dceccare)" userId="8a261f41-c40e-4f31-bf70-25b5a2346402" providerId="ADAL" clId="{99FE5A3B-6ED9-4EEB-8A94-771FA0A9CF9D}"/>
    <pc:docChg chg="undo custSel addSld delSld modSld sldOrd">
      <pc:chgData name="Daniele Ceccarelli (dceccare)" userId="8a261f41-c40e-4f31-bf70-25b5a2346402" providerId="ADAL" clId="{99FE5A3B-6ED9-4EEB-8A94-771FA0A9CF9D}" dt="2026-03-12T09:29:20.755" v="1370" actId="20577"/>
      <pc:docMkLst>
        <pc:docMk/>
      </pc:docMkLst>
      <pc:sldChg chg="addSp modSp mod">
        <pc:chgData name="Daniele Ceccarelli (dceccare)" userId="8a261f41-c40e-4f31-bf70-25b5a2346402" providerId="ADAL" clId="{99FE5A3B-6ED9-4EEB-8A94-771FA0A9CF9D}" dt="2026-03-10T08:56:57.803" v="226" actId="27636"/>
        <pc:sldMkLst>
          <pc:docMk/>
          <pc:sldMk cId="3571516367" sldId="258"/>
        </pc:sldMkLst>
        <pc:spChg chg="mod">
          <ac:chgData name="Daniele Ceccarelli (dceccare)" userId="8a261f41-c40e-4f31-bf70-25b5a2346402" providerId="ADAL" clId="{99FE5A3B-6ED9-4EEB-8A94-771FA0A9CF9D}" dt="2026-03-10T08:54:44.763" v="137" actId="14100"/>
          <ac:spMkLst>
            <pc:docMk/>
            <pc:sldMk cId="3571516367" sldId="258"/>
            <ac:spMk id="2" creationId="{0A32731C-311B-46F7-A865-6C3AF6B09A47}"/>
          </ac:spMkLst>
        </pc:spChg>
        <pc:spChg chg="mod">
          <ac:chgData name="Daniele Ceccarelli (dceccare)" userId="8a261f41-c40e-4f31-bf70-25b5a2346402" providerId="ADAL" clId="{99FE5A3B-6ED9-4EEB-8A94-771FA0A9CF9D}" dt="2026-03-10T08:56:57.803" v="226" actId="27636"/>
          <ac:spMkLst>
            <pc:docMk/>
            <pc:sldMk cId="3571516367" sldId="258"/>
            <ac:spMk id="3" creationId="{9D5232F9-FD00-464A-9F17-619C91AEF8F3}"/>
          </ac:spMkLst>
        </pc:spChg>
        <pc:spChg chg="add mod">
          <ac:chgData name="Daniele Ceccarelli (dceccare)" userId="8a261f41-c40e-4f31-bf70-25b5a2346402" providerId="ADAL" clId="{99FE5A3B-6ED9-4EEB-8A94-771FA0A9CF9D}" dt="2026-03-10T08:55:16.718" v="142" actId="1076"/>
          <ac:spMkLst>
            <pc:docMk/>
            <pc:sldMk cId="3571516367" sldId="258"/>
            <ac:spMk id="4" creationId="{AA30B865-1E87-CF97-1590-FFE7756A53B3}"/>
          </ac:spMkLst>
        </pc:spChg>
      </pc:sldChg>
      <pc:sldChg chg="addSp delSp modSp mod">
        <pc:chgData name="Daniele Ceccarelli (dceccare)" userId="8a261f41-c40e-4f31-bf70-25b5a2346402" providerId="ADAL" clId="{99FE5A3B-6ED9-4EEB-8A94-771FA0A9CF9D}" dt="2026-03-12T09:22:17.253" v="950" actId="1076"/>
        <pc:sldMkLst>
          <pc:docMk/>
          <pc:sldMk cId="636929804" sldId="282"/>
        </pc:sldMkLst>
        <pc:spChg chg="add del mod">
          <ac:chgData name="Daniele Ceccarelli (dceccare)" userId="8a261f41-c40e-4f31-bf70-25b5a2346402" providerId="ADAL" clId="{99FE5A3B-6ED9-4EEB-8A94-771FA0A9CF9D}" dt="2026-03-12T09:21:41.980" v="900" actId="478"/>
          <ac:spMkLst>
            <pc:docMk/>
            <pc:sldMk cId="636929804" sldId="282"/>
            <ac:spMk id="3" creationId="{0EEA0669-0C6A-6A9B-915E-033C4756B97F}"/>
          </ac:spMkLst>
        </pc:spChg>
        <pc:spChg chg="add mod">
          <ac:chgData name="Daniele Ceccarelli (dceccare)" userId="8a261f41-c40e-4f31-bf70-25b5a2346402" providerId="ADAL" clId="{99FE5A3B-6ED9-4EEB-8A94-771FA0A9CF9D}" dt="2026-03-12T09:22:17.253" v="950" actId="1076"/>
          <ac:spMkLst>
            <pc:docMk/>
            <pc:sldMk cId="636929804" sldId="282"/>
            <ac:spMk id="4" creationId="{0FFA0504-0DD6-68AC-773C-34E727A7C104}"/>
          </ac:spMkLst>
        </pc:spChg>
        <pc:spChg chg="mod">
          <ac:chgData name="Daniele Ceccarelli (dceccare)" userId="8a261f41-c40e-4f31-bf70-25b5a2346402" providerId="ADAL" clId="{99FE5A3B-6ED9-4EEB-8A94-771FA0A9CF9D}" dt="2026-03-12T09:16:56.913" v="828" actId="115"/>
          <ac:spMkLst>
            <pc:docMk/>
            <pc:sldMk cId="636929804" sldId="282"/>
            <ac:spMk id="11" creationId="{E7C9F771-55AE-1A96-6F79-DAE6D910BE80}"/>
          </ac:spMkLst>
        </pc:spChg>
        <pc:grpChg chg="mod">
          <ac:chgData name="Daniele Ceccarelli (dceccare)" userId="8a261f41-c40e-4f31-bf70-25b5a2346402" providerId="ADAL" clId="{99FE5A3B-6ED9-4EEB-8A94-771FA0A9CF9D}" dt="2026-03-12T09:22:14.815" v="949" actId="1035"/>
          <ac:grpSpMkLst>
            <pc:docMk/>
            <pc:sldMk cId="636929804" sldId="282"/>
            <ac:grpSpMk id="25" creationId="{B2F0BE76-4BD6-A078-8C3C-F8AAD71C59F9}"/>
          </ac:grpSpMkLst>
        </pc:grpChg>
      </pc:sldChg>
      <pc:sldChg chg="addSp delSp modSp mod">
        <pc:chgData name="Daniele Ceccarelli (dceccare)" userId="8a261f41-c40e-4f31-bf70-25b5a2346402" providerId="ADAL" clId="{99FE5A3B-6ED9-4EEB-8A94-771FA0A9CF9D}" dt="2026-03-12T09:20:17.953" v="835" actId="20577"/>
        <pc:sldMkLst>
          <pc:docMk/>
          <pc:sldMk cId="1829985224" sldId="285"/>
        </pc:sldMkLst>
        <pc:spChg chg="mod">
          <ac:chgData name="Daniele Ceccarelli (dceccare)" userId="8a261f41-c40e-4f31-bf70-25b5a2346402" providerId="ADAL" clId="{99FE5A3B-6ED9-4EEB-8A94-771FA0A9CF9D}" dt="2026-03-12T09:20:17.953" v="835" actId="20577"/>
          <ac:spMkLst>
            <pc:docMk/>
            <pc:sldMk cId="1829985224" sldId="285"/>
            <ac:spMk id="2" creationId="{481A2733-43EF-8872-0BEF-5B916D5EA5CF}"/>
          </ac:spMkLst>
        </pc:spChg>
        <pc:spChg chg="add mod">
          <ac:chgData name="Daniele Ceccarelli (dceccare)" userId="8a261f41-c40e-4f31-bf70-25b5a2346402" providerId="ADAL" clId="{99FE5A3B-6ED9-4EEB-8A94-771FA0A9CF9D}" dt="2026-03-10T09:51:30.809" v="800" actId="1076"/>
          <ac:spMkLst>
            <pc:docMk/>
            <pc:sldMk cId="1829985224" sldId="285"/>
            <ac:spMk id="5" creationId="{09577CAF-409C-944A-A975-593DC0CD7F0E}"/>
          </ac:spMkLst>
        </pc:spChg>
        <pc:spChg chg="add mod">
          <ac:chgData name="Daniele Ceccarelli (dceccare)" userId="8a261f41-c40e-4f31-bf70-25b5a2346402" providerId="ADAL" clId="{99FE5A3B-6ED9-4EEB-8A94-771FA0A9CF9D}" dt="2026-03-10T09:51:30.809" v="800" actId="1076"/>
          <ac:spMkLst>
            <pc:docMk/>
            <pc:sldMk cId="1829985224" sldId="285"/>
            <ac:spMk id="6" creationId="{499353BD-21CD-F9D7-E577-7C2D7E50B700}"/>
          </ac:spMkLst>
        </pc:spChg>
        <pc:spChg chg="add mod">
          <ac:chgData name="Daniele Ceccarelli (dceccare)" userId="8a261f41-c40e-4f31-bf70-25b5a2346402" providerId="ADAL" clId="{99FE5A3B-6ED9-4EEB-8A94-771FA0A9CF9D}" dt="2026-03-10T09:51:30.809" v="800" actId="1076"/>
          <ac:spMkLst>
            <pc:docMk/>
            <pc:sldMk cId="1829985224" sldId="285"/>
            <ac:spMk id="7" creationId="{6A74C846-8B72-6718-66D6-F4B501FC9A5E}"/>
          </ac:spMkLst>
        </pc:spChg>
        <pc:spChg chg="add mod">
          <ac:chgData name="Daniele Ceccarelli (dceccare)" userId="8a261f41-c40e-4f31-bf70-25b5a2346402" providerId="ADAL" clId="{99FE5A3B-6ED9-4EEB-8A94-771FA0A9CF9D}" dt="2026-03-10T09:51:36.266" v="807" actId="20577"/>
          <ac:spMkLst>
            <pc:docMk/>
            <pc:sldMk cId="1829985224" sldId="285"/>
            <ac:spMk id="8" creationId="{F417F72B-DA97-5B6E-0CBC-99B50E698A58}"/>
          </ac:spMkLst>
        </pc:spChg>
        <pc:spChg chg="mod">
          <ac:chgData name="Daniele Ceccarelli (dceccare)" userId="8a261f41-c40e-4f31-bf70-25b5a2346402" providerId="ADAL" clId="{99FE5A3B-6ED9-4EEB-8A94-771FA0A9CF9D}" dt="2026-03-10T09:51:30.809" v="800" actId="1076"/>
          <ac:spMkLst>
            <pc:docMk/>
            <pc:sldMk cId="1829985224" sldId="285"/>
            <ac:spMk id="18" creationId="{6192EE76-3198-05BE-7644-93B56285A239}"/>
          </ac:spMkLst>
        </pc:spChg>
        <pc:spChg chg="mod">
          <ac:chgData name="Daniele Ceccarelli (dceccare)" userId="8a261f41-c40e-4f31-bf70-25b5a2346402" providerId="ADAL" clId="{99FE5A3B-6ED9-4EEB-8A94-771FA0A9CF9D}" dt="2026-03-10T09:51:30.809" v="800" actId="1076"/>
          <ac:spMkLst>
            <pc:docMk/>
            <pc:sldMk cId="1829985224" sldId="285"/>
            <ac:spMk id="21" creationId="{75335A40-CAE5-FE2B-B00E-52DFB63580AD}"/>
          </ac:spMkLst>
        </pc:spChg>
        <pc:spChg chg="mod">
          <ac:chgData name="Daniele Ceccarelli (dceccare)" userId="8a261f41-c40e-4f31-bf70-25b5a2346402" providerId="ADAL" clId="{99FE5A3B-6ED9-4EEB-8A94-771FA0A9CF9D}" dt="2026-03-10T09:51:30.809" v="800" actId="1076"/>
          <ac:spMkLst>
            <pc:docMk/>
            <pc:sldMk cId="1829985224" sldId="285"/>
            <ac:spMk id="22" creationId="{A3588D81-F4BD-F8DF-21AE-1126D136CB3F}"/>
          </ac:spMkLst>
        </pc:spChg>
        <pc:spChg chg="mod">
          <ac:chgData name="Daniele Ceccarelli (dceccare)" userId="8a261f41-c40e-4f31-bf70-25b5a2346402" providerId="ADAL" clId="{99FE5A3B-6ED9-4EEB-8A94-771FA0A9CF9D}" dt="2026-03-10T09:51:44.094" v="824" actId="20577"/>
          <ac:spMkLst>
            <pc:docMk/>
            <pc:sldMk cId="1829985224" sldId="285"/>
            <ac:spMk id="23" creationId="{82324C9E-4520-A523-A21F-C2CDFAC18AEC}"/>
          </ac:spMkLst>
        </pc:spChg>
        <pc:picChg chg="add mod">
          <ac:chgData name="Daniele Ceccarelli (dceccare)" userId="8a261f41-c40e-4f31-bf70-25b5a2346402" providerId="ADAL" clId="{99FE5A3B-6ED9-4EEB-8A94-771FA0A9CF9D}" dt="2026-03-10T09:51:30.809" v="800" actId="1076"/>
          <ac:picMkLst>
            <pc:docMk/>
            <pc:sldMk cId="1829985224" sldId="285"/>
            <ac:picMk id="4" creationId="{3FFEB41D-ED7D-9E7D-A38B-73BDD3422DA9}"/>
          </ac:picMkLst>
        </pc:picChg>
        <pc:picChg chg="add del mod">
          <ac:chgData name="Daniele Ceccarelli (dceccare)" userId="8a261f41-c40e-4f31-bf70-25b5a2346402" providerId="ADAL" clId="{99FE5A3B-6ED9-4EEB-8A94-771FA0A9CF9D}" dt="2026-03-10T09:51:30.809" v="800" actId="1076"/>
          <ac:picMkLst>
            <pc:docMk/>
            <pc:sldMk cId="1829985224" sldId="285"/>
            <ac:picMk id="11" creationId="{468BBE4C-F8E0-8130-84E3-57A5A43402EB}"/>
          </ac:picMkLst>
        </pc:picChg>
      </pc:sldChg>
      <pc:sldChg chg="addSp delSp modSp mod">
        <pc:chgData name="Daniele Ceccarelli (dceccare)" userId="8a261f41-c40e-4f31-bf70-25b5a2346402" providerId="ADAL" clId="{99FE5A3B-6ED9-4EEB-8A94-771FA0A9CF9D}" dt="2026-03-12T09:27:35.002" v="1320" actId="1076"/>
        <pc:sldMkLst>
          <pc:docMk/>
          <pc:sldMk cId="1679268998" sldId="286"/>
        </pc:sldMkLst>
        <pc:spChg chg="mod">
          <ac:chgData name="Daniele Ceccarelli (dceccare)" userId="8a261f41-c40e-4f31-bf70-25b5a2346402" providerId="ADAL" clId="{99FE5A3B-6ED9-4EEB-8A94-771FA0A9CF9D}" dt="2026-03-12T09:20:30.298" v="864" actId="6549"/>
          <ac:spMkLst>
            <pc:docMk/>
            <pc:sldMk cId="1679268998" sldId="286"/>
            <ac:spMk id="2" creationId="{DAD82DB0-09B2-6500-066A-1E44796A692B}"/>
          </ac:spMkLst>
        </pc:spChg>
        <pc:spChg chg="add del mod">
          <ac:chgData name="Daniele Ceccarelli (dceccare)" userId="8a261f41-c40e-4f31-bf70-25b5a2346402" providerId="ADAL" clId="{99FE5A3B-6ED9-4EEB-8A94-771FA0A9CF9D}" dt="2026-03-12T09:23:31.386" v="956" actId="478"/>
          <ac:spMkLst>
            <pc:docMk/>
            <pc:sldMk cId="1679268998" sldId="286"/>
            <ac:spMk id="3" creationId="{429BC6D0-4390-5AE1-B851-631C6C7954A7}"/>
          </ac:spMkLst>
        </pc:spChg>
        <pc:spChg chg="add mod">
          <ac:chgData name="Daniele Ceccarelli (dceccare)" userId="8a261f41-c40e-4f31-bf70-25b5a2346402" providerId="ADAL" clId="{99FE5A3B-6ED9-4EEB-8A94-771FA0A9CF9D}" dt="2026-03-12T09:27:35.002" v="1320" actId="1076"/>
          <ac:spMkLst>
            <pc:docMk/>
            <pc:sldMk cId="1679268998" sldId="286"/>
            <ac:spMk id="4" creationId="{2215B730-6EAF-7A76-965A-8F54FC84C8F0}"/>
          </ac:spMkLst>
        </pc:spChg>
        <pc:spChg chg="add mod">
          <ac:chgData name="Daniele Ceccarelli (dceccare)" userId="8a261f41-c40e-4f31-bf70-25b5a2346402" providerId="ADAL" clId="{99FE5A3B-6ED9-4EEB-8A94-771FA0A9CF9D}" dt="2026-03-10T09:42:58.387" v="533" actId="1076"/>
          <ac:spMkLst>
            <pc:docMk/>
            <pc:sldMk cId="1679268998" sldId="286"/>
            <ac:spMk id="128" creationId="{1413B416-B863-376C-24D5-0FCC96B4928A}"/>
          </ac:spMkLst>
        </pc:spChg>
        <pc:spChg chg="add mod">
          <ac:chgData name="Daniele Ceccarelli (dceccare)" userId="8a261f41-c40e-4f31-bf70-25b5a2346402" providerId="ADAL" clId="{99FE5A3B-6ED9-4EEB-8A94-771FA0A9CF9D}" dt="2026-03-10T09:42:58.387" v="533" actId="1076"/>
          <ac:spMkLst>
            <pc:docMk/>
            <pc:sldMk cId="1679268998" sldId="286"/>
            <ac:spMk id="129" creationId="{1013B660-C025-DE16-98FE-CF7A1C1B7ED1}"/>
          </ac:spMkLst>
        </pc:spChg>
        <pc:spChg chg="add mod">
          <ac:chgData name="Daniele Ceccarelli (dceccare)" userId="8a261f41-c40e-4f31-bf70-25b5a2346402" providerId="ADAL" clId="{99FE5A3B-6ED9-4EEB-8A94-771FA0A9CF9D}" dt="2026-03-10T09:38:50.567" v="330" actId="14100"/>
          <ac:spMkLst>
            <pc:docMk/>
            <pc:sldMk cId="1679268998" sldId="286"/>
            <ac:spMk id="130" creationId="{885BBD32-4A0D-90B9-D692-4DCD96F6BD38}"/>
          </ac:spMkLst>
        </pc:spChg>
        <pc:spChg chg="add mod">
          <ac:chgData name="Daniele Ceccarelli (dceccare)" userId="8a261f41-c40e-4f31-bf70-25b5a2346402" providerId="ADAL" clId="{99FE5A3B-6ED9-4EEB-8A94-771FA0A9CF9D}" dt="2026-03-10T09:42:58.387" v="533" actId="1076"/>
          <ac:spMkLst>
            <pc:docMk/>
            <pc:sldMk cId="1679268998" sldId="286"/>
            <ac:spMk id="131" creationId="{DEA23151-F2A4-3013-CD8A-1C67D22BCC1B}"/>
          </ac:spMkLst>
        </pc:spChg>
        <pc:spChg chg="add mod">
          <ac:chgData name="Daniele Ceccarelli (dceccare)" userId="8a261f41-c40e-4f31-bf70-25b5a2346402" providerId="ADAL" clId="{99FE5A3B-6ED9-4EEB-8A94-771FA0A9CF9D}" dt="2026-03-10T09:42:58.387" v="533" actId="1076"/>
          <ac:spMkLst>
            <pc:docMk/>
            <pc:sldMk cId="1679268998" sldId="286"/>
            <ac:spMk id="132" creationId="{C14D17A5-7D0F-5B41-0AB6-EC9E0D3286B1}"/>
          </ac:spMkLst>
        </pc:spChg>
        <pc:spChg chg="add mod">
          <ac:chgData name="Daniele Ceccarelli (dceccare)" userId="8a261f41-c40e-4f31-bf70-25b5a2346402" providerId="ADAL" clId="{99FE5A3B-6ED9-4EEB-8A94-771FA0A9CF9D}" dt="2026-03-10T09:42:58.387" v="533" actId="1076"/>
          <ac:spMkLst>
            <pc:docMk/>
            <pc:sldMk cId="1679268998" sldId="286"/>
            <ac:spMk id="133" creationId="{CDD198C3-A371-2F5C-4317-64F51E0C3355}"/>
          </ac:spMkLst>
        </pc:spChg>
        <pc:spChg chg="add mod">
          <ac:chgData name="Daniele Ceccarelli (dceccare)" userId="8a261f41-c40e-4f31-bf70-25b5a2346402" providerId="ADAL" clId="{99FE5A3B-6ED9-4EEB-8A94-771FA0A9CF9D}" dt="2026-03-10T09:42:58.387" v="533" actId="1076"/>
          <ac:spMkLst>
            <pc:docMk/>
            <pc:sldMk cId="1679268998" sldId="286"/>
            <ac:spMk id="134" creationId="{11BE7CB0-1A20-8605-CCC6-9748D9813D37}"/>
          </ac:spMkLst>
        </pc:spChg>
        <pc:spChg chg="add mod">
          <ac:chgData name="Daniele Ceccarelli (dceccare)" userId="8a261f41-c40e-4f31-bf70-25b5a2346402" providerId="ADAL" clId="{99FE5A3B-6ED9-4EEB-8A94-771FA0A9CF9D}" dt="2026-03-10T09:42:58.387" v="533" actId="1076"/>
          <ac:spMkLst>
            <pc:docMk/>
            <pc:sldMk cId="1679268998" sldId="286"/>
            <ac:spMk id="137" creationId="{0F71A143-08F8-6938-813A-4D157912CA74}"/>
          </ac:spMkLst>
        </pc:spChg>
        <pc:spChg chg="add mod">
          <ac:chgData name="Daniele Ceccarelli (dceccare)" userId="8a261f41-c40e-4f31-bf70-25b5a2346402" providerId="ADAL" clId="{99FE5A3B-6ED9-4EEB-8A94-771FA0A9CF9D}" dt="2026-03-10T09:42:58.387" v="533" actId="1076"/>
          <ac:spMkLst>
            <pc:docMk/>
            <pc:sldMk cId="1679268998" sldId="286"/>
            <ac:spMk id="140" creationId="{F2703ABF-93F4-4052-DFBB-FEB4129AFD16}"/>
          </ac:spMkLst>
        </pc:spChg>
        <pc:spChg chg="add mod">
          <ac:chgData name="Daniele Ceccarelli (dceccare)" userId="8a261f41-c40e-4f31-bf70-25b5a2346402" providerId="ADAL" clId="{99FE5A3B-6ED9-4EEB-8A94-771FA0A9CF9D}" dt="2026-03-10T09:42:58.387" v="533" actId="1076"/>
          <ac:spMkLst>
            <pc:docMk/>
            <pc:sldMk cId="1679268998" sldId="286"/>
            <ac:spMk id="143" creationId="{03B5931F-7F9B-0F51-9CF6-F7A91DEADF6C}"/>
          </ac:spMkLst>
        </pc:spChg>
        <pc:spChg chg="add mod">
          <ac:chgData name="Daniele Ceccarelli (dceccare)" userId="8a261f41-c40e-4f31-bf70-25b5a2346402" providerId="ADAL" clId="{99FE5A3B-6ED9-4EEB-8A94-771FA0A9CF9D}" dt="2026-03-10T09:42:58.387" v="533" actId="1076"/>
          <ac:spMkLst>
            <pc:docMk/>
            <pc:sldMk cId="1679268998" sldId="286"/>
            <ac:spMk id="144" creationId="{A8D365CF-BF0B-50BC-7B64-8585A0D89E03}"/>
          </ac:spMkLst>
        </pc:spChg>
        <pc:spChg chg="add mod">
          <ac:chgData name="Daniele Ceccarelli (dceccare)" userId="8a261f41-c40e-4f31-bf70-25b5a2346402" providerId="ADAL" clId="{99FE5A3B-6ED9-4EEB-8A94-771FA0A9CF9D}" dt="2026-03-10T09:44:47.849" v="549" actId="20577"/>
          <ac:spMkLst>
            <pc:docMk/>
            <pc:sldMk cId="1679268998" sldId="286"/>
            <ac:spMk id="146" creationId="{3DDBA360-0F16-A240-308F-C5B84780429D}"/>
          </ac:spMkLst>
        </pc:spChg>
        <pc:spChg chg="add mod">
          <ac:chgData name="Daniele Ceccarelli (dceccare)" userId="8a261f41-c40e-4f31-bf70-25b5a2346402" providerId="ADAL" clId="{99FE5A3B-6ED9-4EEB-8A94-771FA0A9CF9D}" dt="2026-03-10T09:45:55.140" v="592" actId="20577"/>
          <ac:spMkLst>
            <pc:docMk/>
            <pc:sldMk cId="1679268998" sldId="286"/>
            <ac:spMk id="150" creationId="{47AC53A6-30A9-360A-68D9-2139B7F39D8E}"/>
          </ac:spMkLst>
        </pc:spChg>
        <pc:spChg chg="add mod">
          <ac:chgData name="Daniele Ceccarelli (dceccare)" userId="8a261f41-c40e-4f31-bf70-25b5a2346402" providerId="ADAL" clId="{99FE5A3B-6ED9-4EEB-8A94-771FA0A9CF9D}" dt="2026-03-10T09:45:50.749" v="578" actId="14100"/>
          <ac:spMkLst>
            <pc:docMk/>
            <pc:sldMk cId="1679268998" sldId="286"/>
            <ac:spMk id="152" creationId="{B7B083F9-D1E4-AC62-4D51-68CCE7646A23}"/>
          </ac:spMkLst>
        </pc:spChg>
        <pc:spChg chg="add mod">
          <ac:chgData name="Daniele Ceccarelli (dceccare)" userId="8a261f41-c40e-4f31-bf70-25b5a2346402" providerId="ADAL" clId="{99FE5A3B-6ED9-4EEB-8A94-771FA0A9CF9D}" dt="2026-03-10T09:46:38.430" v="611" actId="1076"/>
          <ac:spMkLst>
            <pc:docMk/>
            <pc:sldMk cId="1679268998" sldId="286"/>
            <ac:spMk id="157" creationId="{A9C9BD12-C943-A9A4-5D3F-1E8A8918A7BE}"/>
          </ac:spMkLst>
        </pc:spChg>
        <pc:spChg chg="add mod">
          <ac:chgData name="Daniele Ceccarelli (dceccare)" userId="8a261f41-c40e-4f31-bf70-25b5a2346402" providerId="ADAL" clId="{99FE5A3B-6ED9-4EEB-8A94-771FA0A9CF9D}" dt="2026-03-10T09:47:01.843" v="624" actId="20577"/>
          <ac:spMkLst>
            <pc:docMk/>
            <pc:sldMk cId="1679268998" sldId="286"/>
            <ac:spMk id="159" creationId="{54A3D0D0-BB31-24D9-DB27-94FA4227A8D0}"/>
          </ac:spMkLst>
        </pc:spChg>
        <pc:spChg chg="add mod">
          <ac:chgData name="Daniele Ceccarelli (dceccare)" userId="8a261f41-c40e-4f31-bf70-25b5a2346402" providerId="ADAL" clId="{99FE5A3B-6ED9-4EEB-8A94-771FA0A9CF9D}" dt="2026-03-10T09:47:54.536" v="634" actId="14100"/>
          <ac:spMkLst>
            <pc:docMk/>
            <pc:sldMk cId="1679268998" sldId="286"/>
            <ac:spMk id="162" creationId="{A620FB2A-0DA8-EEE5-84A1-D518447A1BAA}"/>
          </ac:spMkLst>
        </pc:spChg>
        <pc:spChg chg="add mod">
          <ac:chgData name="Daniele Ceccarelli (dceccare)" userId="8a261f41-c40e-4f31-bf70-25b5a2346402" providerId="ADAL" clId="{99FE5A3B-6ED9-4EEB-8A94-771FA0A9CF9D}" dt="2026-03-10T09:47:56.569" v="635" actId="571"/>
          <ac:spMkLst>
            <pc:docMk/>
            <pc:sldMk cId="1679268998" sldId="286"/>
            <ac:spMk id="163" creationId="{A57592C1-D180-9A87-9A3E-6C3F14B12A81}"/>
          </ac:spMkLst>
        </pc:spChg>
        <pc:spChg chg="add mod">
          <ac:chgData name="Daniele Ceccarelli (dceccare)" userId="8a261f41-c40e-4f31-bf70-25b5a2346402" providerId="ADAL" clId="{99FE5A3B-6ED9-4EEB-8A94-771FA0A9CF9D}" dt="2026-03-10T09:47:58.024" v="636" actId="571"/>
          <ac:spMkLst>
            <pc:docMk/>
            <pc:sldMk cId="1679268998" sldId="286"/>
            <ac:spMk id="164" creationId="{DF61D6DA-A193-2E7B-A9AC-F194B001FF51}"/>
          </ac:spMkLst>
        </pc:spChg>
        <pc:spChg chg="add mod">
          <ac:chgData name="Daniele Ceccarelli (dceccare)" userId="8a261f41-c40e-4f31-bf70-25b5a2346402" providerId="ADAL" clId="{99FE5A3B-6ED9-4EEB-8A94-771FA0A9CF9D}" dt="2026-03-10T09:48:00.764" v="637" actId="571"/>
          <ac:spMkLst>
            <pc:docMk/>
            <pc:sldMk cId="1679268998" sldId="286"/>
            <ac:spMk id="165" creationId="{C06B1A4F-7C56-5A37-424B-BBC08A33756A}"/>
          </ac:spMkLst>
        </pc:spChg>
        <pc:spChg chg="add mod">
          <ac:chgData name="Daniele Ceccarelli (dceccare)" userId="8a261f41-c40e-4f31-bf70-25b5a2346402" providerId="ADAL" clId="{99FE5A3B-6ED9-4EEB-8A94-771FA0A9CF9D}" dt="2026-03-10T09:48:02.646" v="638" actId="571"/>
          <ac:spMkLst>
            <pc:docMk/>
            <pc:sldMk cId="1679268998" sldId="286"/>
            <ac:spMk id="166" creationId="{C0977BA0-27C6-9C32-3392-CCC661D139C5}"/>
          </ac:spMkLst>
        </pc:spChg>
        <pc:spChg chg="add mod">
          <ac:chgData name="Daniele Ceccarelli (dceccare)" userId="8a261f41-c40e-4f31-bf70-25b5a2346402" providerId="ADAL" clId="{99FE5A3B-6ED9-4EEB-8A94-771FA0A9CF9D}" dt="2026-03-10T09:48:05.347" v="639" actId="571"/>
          <ac:spMkLst>
            <pc:docMk/>
            <pc:sldMk cId="1679268998" sldId="286"/>
            <ac:spMk id="167" creationId="{C0F2A090-7722-E6AD-267F-AA216F6EFD73}"/>
          </ac:spMkLst>
        </pc:spChg>
        <pc:spChg chg="add mod">
          <ac:chgData name="Daniele Ceccarelli (dceccare)" userId="8a261f41-c40e-4f31-bf70-25b5a2346402" providerId="ADAL" clId="{99FE5A3B-6ED9-4EEB-8A94-771FA0A9CF9D}" dt="2026-03-10T09:48:38.123" v="662" actId="14100"/>
          <ac:spMkLst>
            <pc:docMk/>
            <pc:sldMk cId="1679268998" sldId="286"/>
            <ac:spMk id="169" creationId="{4E0E487C-4F5D-2A12-23F4-54B98DFCC0ED}"/>
          </ac:spMkLst>
        </pc:spChg>
        <pc:spChg chg="add mod">
          <ac:chgData name="Daniele Ceccarelli (dceccare)" userId="8a261f41-c40e-4f31-bf70-25b5a2346402" providerId="ADAL" clId="{99FE5A3B-6ED9-4EEB-8A94-771FA0A9CF9D}" dt="2026-03-10T09:48:50.910" v="666" actId="1076"/>
          <ac:spMkLst>
            <pc:docMk/>
            <pc:sldMk cId="1679268998" sldId="286"/>
            <ac:spMk id="171" creationId="{95FF41B8-E82F-2A1C-534F-C09B9CE7B65A}"/>
          </ac:spMkLst>
        </pc:spChg>
        <pc:spChg chg="add mod">
          <ac:chgData name="Daniele Ceccarelli (dceccare)" userId="8a261f41-c40e-4f31-bf70-25b5a2346402" providerId="ADAL" clId="{99FE5A3B-6ED9-4EEB-8A94-771FA0A9CF9D}" dt="2026-03-10T09:49:05.561" v="669" actId="571"/>
          <ac:spMkLst>
            <pc:docMk/>
            <pc:sldMk cId="1679268998" sldId="286"/>
            <ac:spMk id="173" creationId="{C1500E60-1716-21FF-9A4E-F487D6E9456B}"/>
          </ac:spMkLst>
        </pc:spChg>
        <pc:picChg chg="add mod">
          <ac:chgData name="Daniele Ceccarelli (dceccare)" userId="8a261f41-c40e-4f31-bf70-25b5a2346402" providerId="ADAL" clId="{99FE5A3B-6ED9-4EEB-8A94-771FA0A9CF9D}" dt="2026-03-10T09:37:35.253" v="295" actId="1076"/>
          <ac:picMkLst>
            <pc:docMk/>
            <pc:sldMk cId="1679268998" sldId="286"/>
            <ac:picMk id="127" creationId="{C20458CB-3C10-4ACB-B498-2838CFDAB2B7}"/>
          </ac:picMkLst>
        </pc:picChg>
        <pc:cxnChg chg="add mod">
          <ac:chgData name="Daniele Ceccarelli (dceccare)" userId="8a261f41-c40e-4f31-bf70-25b5a2346402" providerId="ADAL" clId="{99FE5A3B-6ED9-4EEB-8A94-771FA0A9CF9D}" dt="2026-03-10T09:40:22.098" v="394" actId="1076"/>
          <ac:cxnSpMkLst>
            <pc:docMk/>
            <pc:sldMk cId="1679268998" sldId="286"/>
            <ac:cxnSpMk id="136" creationId="{A09BE82B-A182-305C-2465-EF80F5F1A954}"/>
          </ac:cxnSpMkLst>
        </pc:cxnChg>
        <pc:cxnChg chg="add mod">
          <ac:chgData name="Daniele Ceccarelli (dceccare)" userId="8a261f41-c40e-4f31-bf70-25b5a2346402" providerId="ADAL" clId="{99FE5A3B-6ED9-4EEB-8A94-771FA0A9CF9D}" dt="2026-03-10T09:41:54.519" v="477" actId="13822"/>
          <ac:cxnSpMkLst>
            <pc:docMk/>
            <pc:sldMk cId="1679268998" sldId="286"/>
            <ac:cxnSpMk id="142" creationId="{B770D8BC-095F-0A12-7D91-03AD04AF99A4}"/>
          </ac:cxnSpMkLst>
        </pc:cxnChg>
        <pc:cxnChg chg="add mod">
          <ac:chgData name="Daniele Ceccarelli (dceccare)" userId="8a261f41-c40e-4f31-bf70-25b5a2346402" providerId="ADAL" clId="{99FE5A3B-6ED9-4EEB-8A94-771FA0A9CF9D}" dt="2026-03-10T09:44:57.817" v="552" actId="14100"/>
          <ac:cxnSpMkLst>
            <pc:docMk/>
            <pc:sldMk cId="1679268998" sldId="286"/>
            <ac:cxnSpMk id="147" creationId="{AE5A1246-DAAA-59A6-2F60-32993960BEDD}"/>
          </ac:cxnSpMkLst>
        </pc:cxnChg>
        <pc:cxnChg chg="add mod">
          <ac:chgData name="Daniele Ceccarelli (dceccare)" userId="8a261f41-c40e-4f31-bf70-25b5a2346402" providerId="ADAL" clId="{99FE5A3B-6ED9-4EEB-8A94-771FA0A9CF9D}" dt="2026-03-10T09:46:02.179" v="594" actId="13822"/>
          <ac:cxnSpMkLst>
            <pc:docMk/>
            <pc:sldMk cId="1679268998" sldId="286"/>
            <ac:cxnSpMk id="154" creationId="{C96281ED-5C51-1327-702F-96A29883BB9F}"/>
          </ac:cxnSpMkLst>
        </pc:cxnChg>
        <pc:cxnChg chg="add mod">
          <ac:chgData name="Daniele Ceccarelli (dceccare)" userId="8a261f41-c40e-4f31-bf70-25b5a2346402" providerId="ADAL" clId="{99FE5A3B-6ED9-4EEB-8A94-771FA0A9CF9D}" dt="2026-03-10T09:46:35.562" v="610" actId="571"/>
          <ac:cxnSpMkLst>
            <pc:docMk/>
            <pc:sldMk cId="1679268998" sldId="286"/>
            <ac:cxnSpMk id="158" creationId="{0D0A564C-C537-DD67-3592-F8ED87B801D5}"/>
          </ac:cxnSpMkLst>
        </pc:cxnChg>
        <pc:cxnChg chg="add mod">
          <ac:chgData name="Daniele Ceccarelli (dceccare)" userId="8a261f41-c40e-4f31-bf70-25b5a2346402" providerId="ADAL" clId="{99FE5A3B-6ED9-4EEB-8A94-771FA0A9CF9D}" dt="2026-03-10T09:46:58.102" v="612" actId="571"/>
          <ac:cxnSpMkLst>
            <pc:docMk/>
            <pc:sldMk cId="1679268998" sldId="286"/>
            <ac:cxnSpMk id="160" creationId="{8F6910BE-36AC-0B89-F97C-4B1775F56409}"/>
          </ac:cxnSpMkLst>
        </pc:cxnChg>
        <pc:cxnChg chg="add mod">
          <ac:chgData name="Daniele Ceccarelli (dceccare)" userId="8a261f41-c40e-4f31-bf70-25b5a2346402" providerId="ADAL" clId="{99FE5A3B-6ED9-4EEB-8A94-771FA0A9CF9D}" dt="2026-03-10T09:48:56.573" v="668" actId="17032"/>
          <ac:cxnSpMkLst>
            <pc:docMk/>
            <pc:sldMk cId="1679268998" sldId="286"/>
            <ac:cxnSpMk id="170" creationId="{60B0DE0C-8F14-500B-9AEF-590567BB386D}"/>
          </ac:cxnSpMkLst>
        </pc:cxnChg>
      </pc:sldChg>
      <pc:sldChg chg="modSp mod">
        <pc:chgData name="Daniele Ceccarelli (dceccare)" userId="8a261f41-c40e-4f31-bf70-25b5a2346402" providerId="ADAL" clId="{99FE5A3B-6ED9-4EEB-8A94-771FA0A9CF9D}" dt="2026-03-12T09:29:20.755" v="1370" actId="20577"/>
        <pc:sldMkLst>
          <pc:docMk/>
          <pc:sldMk cId="689337238" sldId="287"/>
        </pc:sldMkLst>
        <pc:spChg chg="mod">
          <ac:chgData name="Daniele Ceccarelli (dceccare)" userId="8a261f41-c40e-4f31-bf70-25b5a2346402" providerId="ADAL" clId="{99FE5A3B-6ED9-4EEB-8A94-771FA0A9CF9D}" dt="2026-03-12T09:21:10.983" v="897" actId="20577"/>
          <ac:spMkLst>
            <pc:docMk/>
            <pc:sldMk cId="689337238" sldId="287"/>
            <ac:spMk id="2" creationId="{415C72B1-60D4-E2CE-D7FB-FD4BD85C9B00}"/>
          </ac:spMkLst>
        </pc:spChg>
        <pc:spChg chg="mod">
          <ac:chgData name="Daniele Ceccarelli (dceccare)" userId="8a261f41-c40e-4f31-bf70-25b5a2346402" providerId="ADAL" clId="{99FE5A3B-6ED9-4EEB-8A94-771FA0A9CF9D}" dt="2026-03-12T09:29:20.755" v="1370" actId="20577"/>
          <ac:spMkLst>
            <pc:docMk/>
            <pc:sldMk cId="689337238" sldId="287"/>
            <ac:spMk id="8" creationId="{C25742C1-F97E-86E2-9D19-D5B026D29909}"/>
          </ac:spMkLst>
        </pc:spChg>
      </pc:sldChg>
      <pc:sldChg chg="delSp modSp add mod ord">
        <pc:chgData name="Daniele Ceccarelli (dceccare)" userId="8a261f41-c40e-4f31-bf70-25b5a2346402" providerId="ADAL" clId="{99FE5A3B-6ED9-4EEB-8A94-771FA0A9CF9D}" dt="2026-03-12T09:16:07.165" v="826" actId="27636"/>
        <pc:sldMkLst>
          <pc:docMk/>
          <pc:sldMk cId="2807999176" sldId="289"/>
        </pc:sldMkLst>
        <pc:spChg chg="mod">
          <ac:chgData name="Daniele Ceccarelli (dceccare)" userId="8a261f41-c40e-4f31-bf70-25b5a2346402" providerId="ADAL" clId="{99FE5A3B-6ED9-4EEB-8A94-771FA0A9CF9D}" dt="2026-03-10T08:54:07.133" v="133" actId="1076"/>
          <ac:spMkLst>
            <pc:docMk/>
            <pc:sldMk cId="2807999176" sldId="289"/>
            <ac:spMk id="2" creationId="{169F278D-3A36-AF5B-4908-F64A52C2F399}"/>
          </ac:spMkLst>
        </pc:spChg>
        <pc:spChg chg="mod">
          <ac:chgData name="Daniele Ceccarelli (dceccare)" userId="8a261f41-c40e-4f31-bf70-25b5a2346402" providerId="ADAL" clId="{99FE5A3B-6ED9-4EEB-8A94-771FA0A9CF9D}" dt="2026-03-12T09:16:07.165" v="826" actId="27636"/>
          <ac:spMkLst>
            <pc:docMk/>
            <pc:sldMk cId="2807999176" sldId="289"/>
            <ac:spMk id="7" creationId="{101AF70B-B541-018F-E745-1A9C54A8183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12-Mar-26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12-Mar-26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135CB-6AAC-FF8B-0493-060CEBE9B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00D65-F00B-AD06-405C-C2BB85E53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3CCDD7-2863-F649-394A-84D90688D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C1D4A-3789-7034-B7C7-24C494C3E4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635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30547-4533-B05A-5A4A-19B6AD229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809BAE-6E40-6FAA-140B-E63FA7DA3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3EB472-662C-E064-B4B2-22C9AAEE2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081A-8CB4-D0EA-B58A-03DDBC6BC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323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3FB9E-A603-E412-FCDB-F889F6D7164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550" y="6672580"/>
            <a:ext cx="76517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5C8C9-80A6-DCBE-AA6B-083C3B664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3498EF-7BC5-81F8-B200-C59266745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212529"/>
                </a:solidFill>
                <a:latin typeface="Inter"/>
              </a:rPr>
              <a:t>AI based Network Management Agent (NMA): Concepts &amp; Architecture</a:t>
            </a:r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01AF70B-B541-018F-E745-1A9C54A81835}"/>
              </a:ext>
            </a:extLst>
          </p:cNvPr>
          <p:cNvSpPr>
            <a:spLocks noGrp="1" noChangeArrowheads="1"/>
          </p:cNvSpPr>
          <p:nvPr/>
        </p:nvSpPr>
        <p:spPr>
          <a:xfrm>
            <a:off x="2316179" y="2626786"/>
            <a:ext cx="7941398" cy="609600"/>
          </a:xfrm>
        </p:spPr>
        <p:txBody>
          <a:bodyPr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zh-CN" sz="2800" i="1" dirty="0">
                <a:solidFill>
                  <a:schemeClr val="accent2"/>
                </a:solidFill>
                <a:cs typeface="Times New Roman" pitchFamily="18" charset="0"/>
              </a:rPr>
              <a:t>AI based Network Management Agent: Industry Direction and Standards Opportunities</a:t>
            </a:r>
            <a:endParaRPr lang="fr-FR" altLang="en-US" sz="2800" i="1" dirty="0">
              <a:cs typeface="Times New Roman" pitchFamily="18" charset="0"/>
            </a:endParaRPr>
          </a:p>
        </p:txBody>
      </p:sp>
      <p:sp>
        <p:nvSpPr>
          <p:cNvPr id="2" name="文本框 13">
            <a:extLst>
              <a:ext uri="{FF2B5EF4-FFF2-40B4-BE49-F238E27FC236}">
                <a16:creationId xmlns:a16="http://schemas.microsoft.com/office/drawing/2014/main" id="{169F278D-3A36-AF5B-4908-F64A52C2F399}"/>
              </a:ext>
            </a:extLst>
          </p:cNvPr>
          <p:cNvSpPr txBox="1"/>
          <p:nvPr/>
        </p:nvSpPr>
        <p:spPr>
          <a:xfrm>
            <a:off x="3994363" y="4184059"/>
            <a:ext cx="4203274" cy="1021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4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Calibri" panose="020F0502020204030204"/>
                <a:ea typeface="宋体" panose="02010600030101010101" pitchFamily="2" charset="-122"/>
              </a:rPr>
              <a:t>Presenters:</a:t>
            </a:r>
          </a:p>
          <a:p>
            <a:pPr marL="0" marR="0" lvl="0" indent="0" algn="ctr" defTabSz="914400" rtl="0" eaLnBrk="1" fontAlgn="auto" latinLnBrk="0" hangingPunct="1">
              <a:lnSpc>
                <a:spcPct val="114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Daniele Ceccarelli </a:t>
            </a:r>
            <a:r>
              <a:rPr lang="en-US" altLang="zh-CN" u="sng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(Cisco)</a:t>
            </a:r>
          </a:p>
          <a:p>
            <a:pPr marL="0" marR="0" lvl="0" indent="0" algn="ctr" defTabSz="914400" rtl="0" eaLnBrk="1" fontAlgn="auto" latinLnBrk="0" hangingPunct="1">
              <a:lnSpc>
                <a:spcPct val="114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Xing James Jiang (Cisco)</a:t>
            </a:r>
          </a:p>
        </p:txBody>
      </p:sp>
    </p:spTree>
    <p:extLst>
      <p:ext uri="{BB962C8B-B14F-4D97-AF65-F5344CB8AC3E}">
        <p14:creationId xmlns:p14="http://schemas.microsoft.com/office/powerpoint/2010/main" val="2807999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10329492" cy="798440"/>
          </a:xfrm>
        </p:spPr>
        <p:txBody>
          <a:bodyPr>
            <a:normAutofit fontScale="90000"/>
          </a:bodyPr>
          <a:lstStyle/>
          <a:p>
            <a:pPr algn="ctr">
              <a:lnSpc>
                <a:spcPct val="114000"/>
              </a:lnSpc>
              <a:defRPr/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draft-</a:t>
            </a:r>
            <a:r>
              <a:rPr lang="en-US" altLang="zh-CN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zhao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nmop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-network-management-agent/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1456" y="1792586"/>
            <a:ext cx="7765594" cy="444808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Draft linked and presented many times in NMOP working group</a:t>
            </a:r>
          </a:p>
          <a:p>
            <a:r>
              <a:rPr lang="en-US" dirty="0"/>
              <a:t>Scope</a:t>
            </a:r>
          </a:p>
          <a:p>
            <a:pPr lvl="1"/>
            <a:r>
              <a:rPr lang="en-US" dirty="0"/>
              <a:t>This draft establishes a </a:t>
            </a:r>
            <a:r>
              <a:rPr lang="en-US" b="1" dirty="0"/>
              <a:t>standardized architecture</a:t>
            </a:r>
            <a:r>
              <a:rPr lang="en-US" dirty="0"/>
              <a:t> for </a:t>
            </a:r>
            <a:r>
              <a:rPr lang="en-US" b="1" dirty="0"/>
              <a:t>AI Agents in Network Management (Network Management Agents - NMAs)</a:t>
            </a:r>
            <a:r>
              <a:rPr lang="en-US" dirty="0"/>
              <a:t>.</a:t>
            </a:r>
          </a:p>
          <a:p>
            <a:pPr marL="0" lvl="1" indent="0">
              <a:buNone/>
            </a:pPr>
            <a:r>
              <a:rPr lang="en-US" b="1" dirty="0"/>
              <a:t>Goals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Define the foundational framework of the NMA.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Clarify the relationship between the NMA and existing network controllers.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Specify functional requirements for NMAs across various network scenarios, including their required interfaces.</a:t>
            </a:r>
          </a:p>
          <a:p>
            <a:r>
              <a:rPr lang="en-US" dirty="0"/>
              <a:t>Not Goals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Specific agent implementation details are out of scope.</a:t>
            </a:r>
          </a:p>
          <a:p>
            <a:pPr marL="285750" lvl="1"/>
            <a:endParaRPr lang="en-US" b="1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文本框 13">
            <a:extLst>
              <a:ext uri="{FF2B5EF4-FFF2-40B4-BE49-F238E27FC236}">
                <a16:creationId xmlns:a16="http://schemas.microsoft.com/office/drawing/2014/main" id="{AA30B865-1E87-CF97-1590-FFE7756A53B3}"/>
              </a:ext>
            </a:extLst>
          </p:cNvPr>
          <p:cNvSpPr txBox="1"/>
          <p:nvPr/>
        </p:nvSpPr>
        <p:spPr>
          <a:xfrm>
            <a:off x="7342466" y="1585715"/>
            <a:ext cx="4203274" cy="2284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4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Calibri" panose="020F0502020204030204"/>
                <a:ea typeface="宋体" panose="02010600030101010101" pitchFamily="2" charset="-122"/>
              </a:rPr>
              <a:t>Draft authors:</a:t>
            </a:r>
          </a:p>
          <a:p>
            <a:pPr marL="0" marR="0" lvl="0" indent="0" algn="ctr" defTabSz="914400" rtl="0" eaLnBrk="1" fontAlgn="auto" latinLnBrk="0" hangingPunct="1">
              <a:lnSpc>
                <a:spcPct val="114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Calibri" panose="020F0502020204030204"/>
                <a:ea typeface="宋体" panose="02010600030101010101" pitchFamily="2" charset="-122"/>
              </a:rPr>
              <a:t>Xing Zhao (CAICT)</a:t>
            </a:r>
          </a:p>
          <a:p>
            <a:pPr marL="0" marR="0" lvl="0" indent="0" algn="ctr" defTabSz="914400" rtl="0" eaLnBrk="1" fontAlgn="auto" latinLnBrk="0" hangingPunct="1">
              <a:lnSpc>
                <a:spcPct val="114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Minxue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Wang (CMCC)</a:t>
            </a:r>
          </a:p>
          <a:p>
            <a:pPr algn="ctr">
              <a:lnSpc>
                <a:spcPct val="114000"/>
              </a:lnSpc>
              <a:spcBef>
                <a:spcPct val="0"/>
              </a:spcBef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Bo Wu (Huawei)</a:t>
            </a:r>
            <a:endParaRPr kumimoji="0" lang="fr-FR" alt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4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Daniele Ceccarelli </a:t>
            </a:r>
            <a:r>
              <a:rPr lang="en-US" altLang="zh-CN" u="sng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(Cisco)</a:t>
            </a:r>
            <a:endParaRPr kumimoji="0" lang="en-US" altLang="zh-CN" i="0" u="sng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4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>
                <a:latin typeface="Calibri" panose="020F0502020204030204"/>
                <a:ea typeface="宋体" panose="02010600030101010101" pitchFamily="2" charset="-122"/>
              </a:rPr>
              <a:t>Haomian</a:t>
            </a:r>
            <a:r>
              <a:rPr lang="en-US" altLang="zh-CN" dirty="0">
                <a:latin typeface="Calibri" panose="020F0502020204030204"/>
                <a:ea typeface="宋体" panose="02010600030101010101" pitchFamily="2" charset="-122"/>
              </a:rPr>
              <a:t> Zheng (Huawei)</a:t>
            </a:r>
          </a:p>
          <a:p>
            <a:pPr algn="ctr">
              <a:lnSpc>
                <a:spcPct val="114000"/>
              </a:lnSpc>
              <a:spcBef>
                <a:spcPct val="0"/>
              </a:spcBef>
              <a:defRPr/>
            </a:pPr>
            <a:r>
              <a:rPr lang="en-US" altLang="zh-CN" dirty="0">
                <a:latin typeface="Calibri" panose="020F0502020204030204"/>
                <a:ea typeface="宋体" panose="02010600030101010101" pitchFamily="2" charset="-122"/>
              </a:rPr>
              <a:t>Jin Zhou (ZTE)</a:t>
            </a:r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594" y="284649"/>
            <a:ext cx="9953308" cy="965199"/>
          </a:xfrm>
        </p:spPr>
        <p:txBody>
          <a:bodyPr/>
          <a:lstStyle/>
          <a:p>
            <a:r>
              <a:rPr lang="en-US" dirty="0"/>
              <a:t>NMA definition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7C9F771-55AE-1A96-6F79-DAE6D910BE80}"/>
              </a:ext>
            </a:extLst>
          </p:cNvPr>
          <p:cNvSpPr txBox="1">
            <a:spLocks/>
          </p:cNvSpPr>
          <p:nvPr/>
        </p:nvSpPr>
        <p:spPr>
          <a:xfrm>
            <a:off x="772811" y="1429843"/>
            <a:ext cx="11121018" cy="39147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u="sng" dirty="0"/>
              <a:t>NMA = AI Agents for network management </a:t>
            </a:r>
            <a:r>
              <a:rPr lang="en-US" sz="2000" dirty="0"/>
              <a:t>= A network management entity built on ML/AI and equipped with the processing capabilities to create autonomous closed-loop.</a:t>
            </a:r>
          </a:p>
          <a:p>
            <a:r>
              <a:rPr lang="en-US" sz="2000" dirty="0"/>
              <a:t>It </a:t>
            </a:r>
            <a:r>
              <a:rPr lang="en-US" sz="2000" u="sng" dirty="0"/>
              <a:t>interacts with other components of the NM tools </a:t>
            </a:r>
            <a:r>
              <a:rPr lang="en-US" sz="2000" dirty="0"/>
              <a:t>to: carry out network perception, do task intent interpretation, task planning, decision-making and task execution operations based on user task intentions or preset goals, so as to achieve closed-loop operations</a:t>
            </a:r>
          </a:p>
        </p:txBody>
      </p:sp>
      <p:grpSp>
        <p:nvGrpSpPr>
          <p:cNvPr id="25" name="组合 7">
            <a:extLst>
              <a:ext uri="{FF2B5EF4-FFF2-40B4-BE49-F238E27FC236}">
                <a16:creationId xmlns:a16="http://schemas.microsoft.com/office/drawing/2014/main" id="{B2F0BE76-4BD6-A078-8C3C-F8AAD71C59F9}"/>
              </a:ext>
            </a:extLst>
          </p:cNvPr>
          <p:cNvGrpSpPr/>
          <p:nvPr/>
        </p:nvGrpSpPr>
        <p:grpSpPr>
          <a:xfrm>
            <a:off x="3723408" y="3077136"/>
            <a:ext cx="4306236" cy="2908026"/>
            <a:chOff x="4367069" y="2983950"/>
            <a:chExt cx="3483443" cy="3082867"/>
          </a:xfrm>
          <a:solidFill>
            <a:schemeClr val="tx2"/>
          </a:solidFill>
        </p:grpSpPr>
        <p:sp>
          <p:nvSpPr>
            <p:cNvPr id="26" name="空心弧 8">
              <a:extLst>
                <a:ext uri="{FF2B5EF4-FFF2-40B4-BE49-F238E27FC236}">
                  <a16:creationId xmlns:a16="http://schemas.microsoft.com/office/drawing/2014/main" id="{3A2BA318-82FF-6892-73A7-FB299B661447}"/>
                </a:ext>
              </a:extLst>
            </p:cNvPr>
            <p:cNvSpPr/>
            <p:nvPr/>
          </p:nvSpPr>
          <p:spPr>
            <a:xfrm>
              <a:off x="4848616" y="3477707"/>
              <a:ext cx="2589110" cy="2589110"/>
            </a:xfrm>
            <a:prstGeom prst="blockArc">
              <a:avLst>
                <a:gd name="adj1" fmla="val 10800000"/>
                <a:gd name="adj2" fmla="val 16200000"/>
                <a:gd name="adj3" fmla="val 4642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空心弧 9">
              <a:extLst>
                <a:ext uri="{FF2B5EF4-FFF2-40B4-BE49-F238E27FC236}">
                  <a16:creationId xmlns:a16="http://schemas.microsoft.com/office/drawing/2014/main" id="{A1F39956-F236-48FC-0B4D-C97709FD55D0}"/>
                </a:ext>
              </a:extLst>
            </p:cNvPr>
            <p:cNvSpPr/>
            <p:nvPr/>
          </p:nvSpPr>
          <p:spPr>
            <a:xfrm>
              <a:off x="4848616" y="3477707"/>
              <a:ext cx="2589110" cy="2589110"/>
            </a:xfrm>
            <a:prstGeom prst="blockArc">
              <a:avLst>
                <a:gd name="adj1" fmla="val 5400000"/>
                <a:gd name="adj2" fmla="val 10800000"/>
                <a:gd name="adj3" fmla="val 4642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空心弧 11">
              <a:extLst>
                <a:ext uri="{FF2B5EF4-FFF2-40B4-BE49-F238E27FC236}">
                  <a16:creationId xmlns:a16="http://schemas.microsoft.com/office/drawing/2014/main" id="{A48E20CB-717D-2205-F8D8-8FCC2879DDFB}"/>
                </a:ext>
              </a:extLst>
            </p:cNvPr>
            <p:cNvSpPr/>
            <p:nvPr/>
          </p:nvSpPr>
          <p:spPr>
            <a:xfrm>
              <a:off x="4848616" y="3477707"/>
              <a:ext cx="2589110" cy="2589110"/>
            </a:xfrm>
            <a:prstGeom prst="blockArc">
              <a:avLst>
                <a:gd name="adj1" fmla="val 0"/>
                <a:gd name="adj2" fmla="val 5400000"/>
                <a:gd name="adj3" fmla="val 4642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空心弧 13">
              <a:extLst>
                <a:ext uri="{FF2B5EF4-FFF2-40B4-BE49-F238E27FC236}">
                  <a16:creationId xmlns:a16="http://schemas.microsoft.com/office/drawing/2014/main" id="{94675817-C3F3-3D94-2160-43B585742A96}"/>
                </a:ext>
              </a:extLst>
            </p:cNvPr>
            <p:cNvSpPr/>
            <p:nvPr/>
          </p:nvSpPr>
          <p:spPr>
            <a:xfrm>
              <a:off x="4848616" y="3477707"/>
              <a:ext cx="2589110" cy="2589110"/>
            </a:xfrm>
            <a:prstGeom prst="blockArc">
              <a:avLst>
                <a:gd name="adj1" fmla="val 16200000"/>
                <a:gd name="adj2" fmla="val 0"/>
                <a:gd name="adj3" fmla="val 4642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任意多边形: 形状 17">
              <a:extLst>
                <a:ext uri="{FF2B5EF4-FFF2-40B4-BE49-F238E27FC236}">
                  <a16:creationId xmlns:a16="http://schemas.microsoft.com/office/drawing/2014/main" id="{9573FB43-F38E-020D-92CD-3E0EBC91FDC9}"/>
                </a:ext>
              </a:extLst>
            </p:cNvPr>
            <p:cNvSpPr/>
            <p:nvPr/>
          </p:nvSpPr>
          <p:spPr>
            <a:xfrm>
              <a:off x="5501600" y="2983950"/>
              <a:ext cx="1251093" cy="1192208"/>
            </a:xfrm>
            <a:custGeom>
              <a:avLst/>
              <a:gdLst>
                <a:gd name="connsiteX0" fmla="*/ 0 w 834546"/>
                <a:gd name="connsiteY0" fmla="*/ 417273 h 834546"/>
                <a:gd name="connsiteX1" fmla="*/ 417273 w 834546"/>
                <a:gd name="connsiteY1" fmla="*/ 0 h 834546"/>
                <a:gd name="connsiteX2" fmla="*/ 834546 w 834546"/>
                <a:gd name="connsiteY2" fmla="*/ 417273 h 834546"/>
                <a:gd name="connsiteX3" fmla="*/ 417273 w 834546"/>
                <a:gd name="connsiteY3" fmla="*/ 834546 h 834546"/>
                <a:gd name="connsiteX4" fmla="*/ 0 w 834546"/>
                <a:gd name="connsiteY4" fmla="*/ 417273 h 834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4546" h="834546">
                  <a:moveTo>
                    <a:pt x="0" y="417273"/>
                  </a:moveTo>
                  <a:cubicBezTo>
                    <a:pt x="0" y="186819"/>
                    <a:pt x="186819" y="0"/>
                    <a:pt x="417273" y="0"/>
                  </a:cubicBezTo>
                  <a:cubicBezTo>
                    <a:pt x="647727" y="0"/>
                    <a:pt x="834546" y="186819"/>
                    <a:pt x="834546" y="417273"/>
                  </a:cubicBezTo>
                  <a:cubicBezTo>
                    <a:pt x="834546" y="647727"/>
                    <a:pt x="647727" y="834546"/>
                    <a:pt x="417273" y="834546"/>
                  </a:cubicBezTo>
                  <a:cubicBezTo>
                    <a:pt x="186819" y="834546"/>
                    <a:pt x="0" y="647727"/>
                    <a:pt x="0" y="417273"/>
                  </a:cubicBezTo>
                  <a:close/>
                </a:path>
              </a:pathLst>
            </a:cu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7616" tIns="147616" rIns="147616" bIns="147616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2000" kern="1200" dirty="0"/>
                <a:t>Decisions</a:t>
              </a:r>
              <a:endParaRPr lang="zh-CN" altLang="en-US" sz="2000" kern="1200" dirty="0"/>
            </a:p>
          </p:txBody>
        </p:sp>
        <p:sp>
          <p:nvSpPr>
            <p:cNvPr id="32" name="任意多边形: 形状 24">
              <a:extLst>
                <a:ext uri="{FF2B5EF4-FFF2-40B4-BE49-F238E27FC236}">
                  <a16:creationId xmlns:a16="http://schemas.microsoft.com/office/drawing/2014/main" id="{159FD511-DA5E-67E8-A777-0C3186222AC9}"/>
                </a:ext>
              </a:extLst>
            </p:cNvPr>
            <p:cNvSpPr/>
            <p:nvPr/>
          </p:nvSpPr>
          <p:spPr>
            <a:xfrm>
              <a:off x="6704744" y="4665803"/>
              <a:ext cx="1145768" cy="1105915"/>
            </a:xfrm>
            <a:custGeom>
              <a:avLst/>
              <a:gdLst>
                <a:gd name="connsiteX0" fmla="*/ 0 w 834546"/>
                <a:gd name="connsiteY0" fmla="*/ 417273 h 834546"/>
                <a:gd name="connsiteX1" fmla="*/ 417273 w 834546"/>
                <a:gd name="connsiteY1" fmla="*/ 0 h 834546"/>
                <a:gd name="connsiteX2" fmla="*/ 834546 w 834546"/>
                <a:gd name="connsiteY2" fmla="*/ 417273 h 834546"/>
                <a:gd name="connsiteX3" fmla="*/ 417273 w 834546"/>
                <a:gd name="connsiteY3" fmla="*/ 834546 h 834546"/>
                <a:gd name="connsiteX4" fmla="*/ 0 w 834546"/>
                <a:gd name="connsiteY4" fmla="*/ 417273 h 834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4546" h="834546">
                  <a:moveTo>
                    <a:pt x="0" y="417273"/>
                  </a:moveTo>
                  <a:cubicBezTo>
                    <a:pt x="0" y="186819"/>
                    <a:pt x="186819" y="0"/>
                    <a:pt x="417273" y="0"/>
                  </a:cubicBezTo>
                  <a:cubicBezTo>
                    <a:pt x="647727" y="0"/>
                    <a:pt x="834546" y="186819"/>
                    <a:pt x="834546" y="417273"/>
                  </a:cubicBezTo>
                  <a:cubicBezTo>
                    <a:pt x="834546" y="647727"/>
                    <a:pt x="647727" y="834546"/>
                    <a:pt x="417273" y="834546"/>
                  </a:cubicBezTo>
                  <a:cubicBezTo>
                    <a:pt x="186819" y="834546"/>
                    <a:pt x="0" y="647727"/>
                    <a:pt x="0" y="417273"/>
                  </a:cubicBezTo>
                  <a:close/>
                </a:path>
              </a:pathLst>
            </a:cu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7616" tIns="147616" rIns="147616" bIns="147616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2000" kern="1200" dirty="0"/>
                <a:t>Action</a:t>
              </a:r>
              <a:endParaRPr lang="zh-CN" altLang="en-US" sz="2000" kern="1200" dirty="0"/>
            </a:p>
          </p:txBody>
        </p:sp>
        <p:sp>
          <p:nvSpPr>
            <p:cNvPr id="34" name="任意多边形: 形状 26">
              <a:extLst>
                <a:ext uri="{FF2B5EF4-FFF2-40B4-BE49-F238E27FC236}">
                  <a16:creationId xmlns:a16="http://schemas.microsoft.com/office/drawing/2014/main" id="{2995796A-3070-049F-9BD5-9D4AC07E315B}"/>
                </a:ext>
              </a:extLst>
            </p:cNvPr>
            <p:cNvSpPr/>
            <p:nvPr/>
          </p:nvSpPr>
          <p:spPr>
            <a:xfrm>
              <a:off x="4367069" y="4673488"/>
              <a:ext cx="1192208" cy="1192208"/>
            </a:xfrm>
            <a:custGeom>
              <a:avLst/>
              <a:gdLst>
                <a:gd name="connsiteX0" fmla="*/ 0 w 834546"/>
                <a:gd name="connsiteY0" fmla="*/ 417273 h 834546"/>
                <a:gd name="connsiteX1" fmla="*/ 417273 w 834546"/>
                <a:gd name="connsiteY1" fmla="*/ 0 h 834546"/>
                <a:gd name="connsiteX2" fmla="*/ 834546 w 834546"/>
                <a:gd name="connsiteY2" fmla="*/ 417273 h 834546"/>
                <a:gd name="connsiteX3" fmla="*/ 417273 w 834546"/>
                <a:gd name="connsiteY3" fmla="*/ 834546 h 834546"/>
                <a:gd name="connsiteX4" fmla="*/ 0 w 834546"/>
                <a:gd name="connsiteY4" fmla="*/ 417273 h 834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4546" h="834546">
                  <a:moveTo>
                    <a:pt x="0" y="417273"/>
                  </a:moveTo>
                  <a:cubicBezTo>
                    <a:pt x="0" y="186819"/>
                    <a:pt x="186819" y="0"/>
                    <a:pt x="417273" y="0"/>
                  </a:cubicBezTo>
                  <a:cubicBezTo>
                    <a:pt x="647727" y="0"/>
                    <a:pt x="834546" y="186819"/>
                    <a:pt x="834546" y="417273"/>
                  </a:cubicBezTo>
                  <a:cubicBezTo>
                    <a:pt x="834546" y="647727"/>
                    <a:pt x="647727" y="834546"/>
                    <a:pt x="417273" y="834546"/>
                  </a:cubicBezTo>
                  <a:cubicBezTo>
                    <a:pt x="186819" y="834546"/>
                    <a:pt x="0" y="647727"/>
                    <a:pt x="0" y="417273"/>
                  </a:cubicBezTo>
                  <a:close/>
                </a:path>
              </a:pathLst>
            </a:cu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7616" tIns="147616" rIns="147616" bIns="147616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2000" kern="1200" dirty="0"/>
                <a:t>Insight</a:t>
              </a:r>
              <a:endParaRPr lang="zh-CN" altLang="en-US" sz="2000" kern="1200" dirty="0"/>
            </a:p>
          </p:txBody>
        </p:sp>
        <p:sp>
          <p:nvSpPr>
            <p:cNvPr id="30" name="任意多边形: 形状 15">
              <a:extLst>
                <a:ext uri="{FF2B5EF4-FFF2-40B4-BE49-F238E27FC236}">
                  <a16:creationId xmlns:a16="http://schemas.microsoft.com/office/drawing/2014/main" id="{045379FA-DE88-39EC-46A0-E9B61F4196DA}"/>
                </a:ext>
              </a:extLst>
            </p:cNvPr>
            <p:cNvSpPr/>
            <p:nvPr/>
          </p:nvSpPr>
          <p:spPr>
            <a:xfrm>
              <a:off x="5616954" y="3757247"/>
              <a:ext cx="1052433" cy="1052435"/>
            </a:xfrm>
            <a:custGeom>
              <a:avLst/>
              <a:gdLst>
                <a:gd name="connsiteX0" fmla="*/ 0 w 1192208"/>
                <a:gd name="connsiteY0" fmla="*/ 596104 h 1192208"/>
                <a:gd name="connsiteX1" fmla="*/ 596104 w 1192208"/>
                <a:gd name="connsiteY1" fmla="*/ 0 h 1192208"/>
                <a:gd name="connsiteX2" fmla="*/ 1192208 w 1192208"/>
                <a:gd name="connsiteY2" fmla="*/ 596104 h 1192208"/>
                <a:gd name="connsiteX3" fmla="*/ 596104 w 1192208"/>
                <a:gd name="connsiteY3" fmla="*/ 1192208 h 1192208"/>
                <a:gd name="connsiteX4" fmla="*/ 0 w 1192208"/>
                <a:gd name="connsiteY4" fmla="*/ 596104 h 1192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208" h="1192208">
                  <a:moveTo>
                    <a:pt x="0" y="596104"/>
                  </a:moveTo>
                  <a:cubicBezTo>
                    <a:pt x="0" y="266885"/>
                    <a:pt x="266885" y="0"/>
                    <a:pt x="596104" y="0"/>
                  </a:cubicBezTo>
                  <a:cubicBezTo>
                    <a:pt x="925323" y="0"/>
                    <a:pt x="1192208" y="266885"/>
                    <a:pt x="1192208" y="596104"/>
                  </a:cubicBezTo>
                  <a:cubicBezTo>
                    <a:pt x="1192208" y="925323"/>
                    <a:pt x="925323" y="1192208"/>
                    <a:pt x="596104" y="1192208"/>
                  </a:cubicBezTo>
                  <a:cubicBezTo>
                    <a:pt x="266885" y="1192208"/>
                    <a:pt x="0" y="925323"/>
                    <a:pt x="0" y="596104"/>
                  </a:cubicBezTo>
                  <a:close/>
                </a:path>
              </a:pathLst>
            </a:cu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0155" tIns="210155" rIns="210155" bIns="210155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2800" kern="1200" dirty="0"/>
                <a:t>NMA</a:t>
              </a:r>
              <a:endParaRPr lang="zh-CN" altLang="en-US" sz="2800" kern="1200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0FFA0504-0DD6-68AC-773C-34E727A7C104}"/>
              </a:ext>
            </a:extLst>
          </p:cNvPr>
          <p:cNvSpPr/>
          <p:nvPr/>
        </p:nvSpPr>
        <p:spPr>
          <a:xfrm>
            <a:off x="1614336" y="5849022"/>
            <a:ext cx="910819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Not replacing existing tools!!!</a:t>
            </a:r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B8B3A-8F4E-C35B-B264-E267016F1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B2DA3-7E42-0783-3342-F1BD8891C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118" y="355194"/>
            <a:ext cx="7288282" cy="514351"/>
          </a:xfrm>
        </p:spPr>
        <p:txBody>
          <a:bodyPr/>
          <a:lstStyle/>
          <a:p>
            <a:r>
              <a:rPr lang="en-US" dirty="0"/>
              <a:t>Relationship with RFC8969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FF64F-9805-4B0B-1E25-800AB7382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9938" y="1100551"/>
            <a:ext cx="9250362" cy="4656897"/>
          </a:xfrm>
        </p:spPr>
        <p:txBody>
          <a:bodyPr>
            <a:normAutofit/>
          </a:bodyPr>
          <a:lstStyle/>
          <a:p>
            <a:r>
              <a:rPr lang="en-US" dirty="0"/>
              <a:t>RFC 8969 A Framework for Automating Service and Network Management with YANG</a:t>
            </a:r>
          </a:p>
          <a:p>
            <a:r>
              <a:rPr lang="en-US" dirty="0"/>
              <a:t>Relation: </a:t>
            </a:r>
            <a:r>
              <a:rPr lang="en-US" b="0" dirty="0"/>
              <a:t>this draft enhances RFC 8969 with AI/ML “intelligent” capabilities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6707791-78C7-1493-4F24-4665089BC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图片 36">
            <a:extLst>
              <a:ext uri="{FF2B5EF4-FFF2-40B4-BE49-F238E27FC236}">
                <a16:creationId xmlns:a16="http://schemas.microsoft.com/office/drawing/2014/main" id="{B6831FB5-A316-A8A9-0414-4907C0FB8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555" y="1843625"/>
            <a:ext cx="2120771" cy="45127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575E0F-28A0-0603-D466-B9945CE631F0}"/>
              </a:ext>
            </a:extLst>
          </p:cNvPr>
          <p:cNvSpPr txBox="1"/>
          <p:nvPr/>
        </p:nvSpPr>
        <p:spPr>
          <a:xfrm>
            <a:off x="247650" y="6400411"/>
            <a:ext cx="3943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Layering and Representation withing a network operator</a:t>
            </a:r>
          </a:p>
        </p:txBody>
      </p:sp>
      <p:sp>
        <p:nvSpPr>
          <p:cNvPr id="6" name="矩形 61">
            <a:extLst>
              <a:ext uri="{FF2B5EF4-FFF2-40B4-BE49-F238E27FC236}">
                <a16:creationId xmlns:a16="http://schemas.microsoft.com/office/drawing/2014/main" id="{B63DE7A6-7788-CB53-5F34-BBE8843713FA}"/>
              </a:ext>
            </a:extLst>
          </p:cNvPr>
          <p:cNvSpPr/>
          <p:nvPr/>
        </p:nvSpPr>
        <p:spPr>
          <a:xfrm>
            <a:off x="9457644" y="2075165"/>
            <a:ext cx="1142815" cy="54418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NMAs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7" name="矩形 60">
            <a:extLst>
              <a:ext uri="{FF2B5EF4-FFF2-40B4-BE49-F238E27FC236}">
                <a16:creationId xmlns:a16="http://schemas.microsoft.com/office/drawing/2014/main" id="{7883A0C1-21D4-24A1-564D-32FCD516B99A}"/>
              </a:ext>
            </a:extLst>
          </p:cNvPr>
          <p:cNvSpPr/>
          <p:nvPr/>
        </p:nvSpPr>
        <p:spPr>
          <a:xfrm>
            <a:off x="9261372" y="2244013"/>
            <a:ext cx="1142815" cy="54418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NMAs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5E1D1BF-5796-9539-8793-CA8E5AC59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3163" y="6502806"/>
            <a:ext cx="6139415" cy="18466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zh-CN" sz="1200">
                <a:latin typeface="Arial" panose="020B0604020202020204" pitchFamily="34" charset="0"/>
              </a:rPr>
              <a:t>Enhanced intelligent network management and control framework based on NMA</a:t>
            </a:r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" name="矩形 40">
            <a:extLst>
              <a:ext uri="{FF2B5EF4-FFF2-40B4-BE49-F238E27FC236}">
                <a16:creationId xmlns:a16="http://schemas.microsoft.com/office/drawing/2014/main" id="{A151138E-1B71-170A-4BBB-9495B318715F}"/>
              </a:ext>
            </a:extLst>
          </p:cNvPr>
          <p:cNvSpPr/>
          <p:nvPr/>
        </p:nvSpPr>
        <p:spPr>
          <a:xfrm>
            <a:off x="6249070" y="1919541"/>
            <a:ext cx="2318328" cy="15094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41">
            <a:extLst>
              <a:ext uri="{FF2B5EF4-FFF2-40B4-BE49-F238E27FC236}">
                <a16:creationId xmlns:a16="http://schemas.microsoft.com/office/drawing/2014/main" id="{68DB8810-CE45-FEF4-E659-03DF438E14E9}"/>
              </a:ext>
            </a:extLst>
          </p:cNvPr>
          <p:cNvSpPr txBox="1"/>
          <p:nvPr/>
        </p:nvSpPr>
        <p:spPr>
          <a:xfrm>
            <a:off x="6415325" y="1882598"/>
            <a:ext cx="193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Orchestrator</a:t>
            </a:r>
            <a:endParaRPr lang="zh-CN" altLang="en-US" dirty="0"/>
          </a:p>
        </p:txBody>
      </p:sp>
      <p:sp>
        <p:nvSpPr>
          <p:cNvPr id="11" name="矩形 42">
            <a:extLst>
              <a:ext uri="{FF2B5EF4-FFF2-40B4-BE49-F238E27FC236}">
                <a16:creationId xmlns:a16="http://schemas.microsoft.com/office/drawing/2014/main" id="{EFBD2A5D-C035-6094-9C2C-75A8A565BF13}"/>
              </a:ext>
            </a:extLst>
          </p:cNvPr>
          <p:cNvSpPr/>
          <p:nvPr/>
        </p:nvSpPr>
        <p:spPr>
          <a:xfrm>
            <a:off x="6359908" y="2288874"/>
            <a:ext cx="2087419" cy="2730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NMAs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2" name="矩形 43">
            <a:extLst>
              <a:ext uri="{FF2B5EF4-FFF2-40B4-BE49-F238E27FC236}">
                <a16:creationId xmlns:a16="http://schemas.microsoft.com/office/drawing/2014/main" id="{FC2F0FFF-8A39-A8A9-57DF-C1C1D64D77A6}"/>
              </a:ext>
            </a:extLst>
          </p:cNvPr>
          <p:cNvSpPr/>
          <p:nvPr/>
        </p:nvSpPr>
        <p:spPr>
          <a:xfrm>
            <a:off x="6359908" y="2658456"/>
            <a:ext cx="2087419" cy="2730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Service Modeling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3" name="矩形 44">
            <a:extLst>
              <a:ext uri="{FF2B5EF4-FFF2-40B4-BE49-F238E27FC236}">
                <a16:creationId xmlns:a16="http://schemas.microsoft.com/office/drawing/2014/main" id="{CDF6A55F-1B15-6E67-E1A9-F70A8EB2A74C}"/>
              </a:ext>
            </a:extLst>
          </p:cNvPr>
          <p:cNvSpPr/>
          <p:nvPr/>
        </p:nvSpPr>
        <p:spPr>
          <a:xfrm>
            <a:off x="6359907" y="3013483"/>
            <a:ext cx="2087419" cy="2730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Service Orchestration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矩形 45">
            <a:extLst>
              <a:ext uri="{FF2B5EF4-FFF2-40B4-BE49-F238E27FC236}">
                <a16:creationId xmlns:a16="http://schemas.microsoft.com/office/drawing/2014/main" id="{A79DB8E1-812E-D337-A893-DC90C610C1A1}"/>
              </a:ext>
            </a:extLst>
          </p:cNvPr>
          <p:cNvSpPr/>
          <p:nvPr/>
        </p:nvSpPr>
        <p:spPr>
          <a:xfrm>
            <a:off x="6249070" y="3667865"/>
            <a:ext cx="2318328" cy="15517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46">
            <a:extLst>
              <a:ext uri="{FF2B5EF4-FFF2-40B4-BE49-F238E27FC236}">
                <a16:creationId xmlns:a16="http://schemas.microsoft.com/office/drawing/2014/main" id="{7A2C0E94-BD67-BF6B-B7BB-F348E095FF46}"/>
              </a:ext>
            </a:extLst>
          </p:cNvPr>
          <p:cNvSpPr txBox="1"/>
          <p:nvPr/>
        </p:nvSpPr>
        <p:spPr>
          <a:xfrm>
            <a:off x="6415325" y="3667865"/>
            <a:ext cx="193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Controller</a:t>
            </a:r>
            <a:endParaRPr lang="zh-CN" altLang="en-US" dirty="0"/>
          </a:p>
        </p:txBody>
      </p:sp>
      <p:sp>
        <p:nvSpPr>
          <p:cNvPr id="17" name="矩形 47">
            <a:extLst>
              <a:ext uri="{FF2B5EF4-FFF2-40B4-BE49-F238E27FC236}">
                <a16:creationId xmlns:a16="http://schemas.microsoft.com/office/drawing/2014/main" id="{5B748740-F88D-E691-341C-14AF5E17ECE5}"/>
              </a:ext>
            </a:extLst>
          </p:cNvPr>
          <p:cNvSpPr/>
          <p:nvPr/>
        </p:nvSpPr>
        <p:spPr>
          <a:xfrm>
            <a:off x="6359908" y="4074141"/>
            <a:ext cx="2087419" cy="2730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NMAs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8" name="矩形 48">
            <a:extLst>
              <a:ext uri="{FF2B5EF4-FFF2-40B4-BE49-F238E27FC236}">
                <a16:creationId xmlns:a16="http://schemas.microsoft.com/office/drawing/2014/main" id="{B272C30E-35F0-87A4-4144-AF5CDF3FC862}"/>
              </a:ext>
            </a:extLst>
          </p:cNvPr>
          <p:cNvSpPr/>
          <p:nvPr/>
        </p:nvSpPr>
        <p:spPr>
          <a:xfrm>
            <a:off x="6359908" y="4443723"/>
            <a:ext cx="2087419" cy="2730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Network Modeling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9" name="矩形 49">
            <a:extLst>
              <a:ext uri="{FF2B5EF4-FFF2-40B4-BE49-F238E27FC236}">
                <a16:creationId xmlns:a16="http://schemas.microsoft.com/office/drawing/2014/main" id="{4F09492B-5B5D-30A8-9C93-1CA9EC8BBE4D}"/>
              </a:ext>
            </a:extLst>
          </p:cNvPr>
          <p:cNvSpPr/>
          <p:nvPr/>
        </p:nvSpPr>
        <p:spPr>
          <a:xfrm>
            <a:off x="6322959" y="4798750"/>
            <a:ext cx="2179783" cy="27039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Network Orchestration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0" name="矩形 50">
            <a:extLst>
              <a:ext uri="{FF2B5EF4-FFF2-40B4-BE49-F238E27FC236}">
                <a16:creationId xmlns:a16="http://schemas.microsoft.com/office/drawing/2014/main" id="{60EC3D0D-342E-A4A8-6065-9996D9157448}"/>
              </a:ext>
            </a:extLst>
          </p:cNvPr>
          <p:cNvSpPr/>
          <p:nvPr/>
        </p:nvSpPr>
        <p:spPr>
          <a:xfrm>
            <a:off x="6249070" y="5420686"/>
            <a:ext cx="2318328" cy="10385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51">
            <a:extLst>
              <a:ext uri="{FF2B5EF4-FFF2-40B4-BE49-F238E27FC236}">
                <a16:creationId xmlns:a16="http://schemas.microsoft.com/office/drawing/2014/main" id="{938DF3B5-14FF-8171-D410-9CC8681A9F82}"/>
              </a:ext>
            </a:extLst>
          </p:cNvPr>
          <p:cNvSpPr txBox="1"/>
          <p:nvPr/>
        </p:nvSpPr>
        <p:spPr>
          <a:xfrm>
            <a:off x="6415325" y="5351014"/>
            <a:ext cx="193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Device</a:t>
            </a:r>
            <a:endParaRPr lang="zh-CN" altLang="en-US" dirty="0"/>
          </a:p>
        </p:txBody>
      </p:sp>
      <p:sp>
        <p:nvSpPr>
          <p:cNvPr id="22" name="矩形 52">
            <a:extLst>
              <a:ext uri="{FF2B5EF4-FFF2-40B4-BE49-F238E27FC236}">
                <a16:creationId xmlns:a16="http://schemas.microsoft.com/office/drawing/2014/main" id="{9E1095BC-0B5E-E3C5-5B73-845344FBF165}"/>
              </a:ext>
            </a:extLst>
          </p:cNvPr>
          <p:cNvSpPr/>
          <p:nvPr/>
        </p:nvSpPr>
        <p:spPr>
          <a:xfrm>
            <a:off x="6359908" y="5705036"/>
            <a:ext cx="2087419" cy="2730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End-side AI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3" name="矩形 53">
            <a:extLst>
              <a:ext uri="{FF2B5EF4-FFF2-40B4-BE49-F238E27FC236}">
                <a16:creationId xmlns:a16="http://schemas.microsoft.com/office/drawing/2014/main" id="{4D42FE34-2C7A-A8DE-F9D5-33DA26BA6528}"/>
              </a:ext>
            </a:extLst>
          </p:cNvPr>
          <p:cNvSpPr/>
          <p:nvPr/>
        </p:nvSpPr>
        <p:spPr>
          <a:xfrm>
            <a:off x="6359908" y="6074618"/>
            <a:ext cx="2087419" cy="2730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Device Modeling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24" name="直接连接符 56">
            <a:extLst>
              <a:ext uri="{FF2B5EF4-FFF2-40B4-BE49-F238E27FC236}">
                <a16:creationId xmlns:a16="http://schemas.microsoft.com/office/drawing/2014/main" id="{0D0A9918-B581-995D-D319-E7ABD59EEF46}"/>
              </a:ext>
            </a:extLst>
          </p:cNvPr>
          <p:cNvCxnSpPr>
            <a:cxnSpLocks/>
          </p:cNvCxnSpPr>
          <p:nvPr/>
        </p:nvCxnSpPr>
        <p:spPr>
          <a:xfrm>
            <a:off x="5856449" y="3552739"/>
            <a:ext cx="5355919" cy="0"/>
          </a:xfrm>
          <a:prstGeom prst="line">
            <a:avLst/>
          </a:prstGeom>
          <a:ln w="38100">
            <a:solidFill>
              <a:schemeClr val="tx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58">
            <a:extLst>
              <a:ext uri="{FF2B5EF4-FFF2-40B4-BE49-F238E27FC236}">
                <a16:creationId xmlns:a16="http://schemas.microsoft.com/office/drawing/2014/main" id="{05328956-3089-94BB-CD06-4BD92F500A95}"/>
              </a:ext>
            </a:extLst>
          </p:cNvPr>
          <p:cNvCxnSpPr>
            <a:cxnSpLocks/>
          </p:cNvCxnSpPr>
          <p:nvPr/>
        </p:nvCxnSpPr>
        <p:spPr>
          <a:xfrm>
            <a:off x="5889438" y="5321504"/>
            <a:ext cx="5355919" cy="0"/>
          </a:xfrm>
          <a:prstGeom prst="line">
            <a:avLst/>
          </a:prstGeom>
          <a:ln w="38100">
            <a:solidFill>
              <a:schemeClr val="tx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矩形 59">
            <a:extLst>
              <a:ext uri="{FF2B5EF4-FFF2-40B4-BE49-F238E27FC236}">
                <a16:creationId xmlns:a16="http://schemas.microsoft.com/office/drawing/2014/main" id="{6B356B29-24A5-15AA-CE3E-334910C25FF7}"/>
              </a:ext>
            </a:extLst>
          </p:cNvPr>
          <p:cNvSpPr/>
          <p:nvPr/>
        </p:nvSpPr>
        <p:spPr>
          <a:xfrm>
            <a:off x="9090499" y="2387283"/>
            <a:ext cx="1142815" cy="54418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NMAs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7" name="矩形 62">
            <a:extLst>
              <a:ext uri="{FF2B5EF4-FFF2-40B4-BE49-F238E27FC236}">
                <a16:creationId xmlns:a16="http://schemas.microsoft.com/office/drawing/2014/main" id="{4C1F4D02-738E-77F7-36D2-D41E05D111F4}"/>
              </a:ext>
            </a:extLst>
          </p:cNvPr>
          <p:cNvSpPr/>
          <p:nvPr/>
        </p:nvSpPr>
        <p:spPr>
          <a:xfrm>
            <a:off x="9457644" y="3841103"/>
            <a:ext cx="1142815" cy="54418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NMAs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8" name="矩形 2047">
            <a:extLst>
              <a:ext uri="{FF2B5EF4-FFF2-40B4-BE49-F238E27FC236}">
                <a16:creationId xmlns:a16="http://schemas.microsoft.com/office/drawing/2014/main" id="{69879A3E-118F-0BBA-E18B-E9035B16EA5C}"/>
              </a:ext>
            </a:extLst>
          </p:cNvPr>
          <p:cNvSpPr/>
          <p:nvPr/>
        </p:nvSpPr>
        <p:spPr>
          <a:xfrm>
            <a:off x="9261372" y="4019189"/>
            <a:ext cx="1142815" cy="54418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NMAs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9" name="矩形 2048">
            <a:extLst>
              <a:ext uri="{FF2B5EF4-FFF2-40B4-BE49-F238E27FC236}">
                <a16:creationId xmlns:a16="http://schemas.microsoft.com/office/drawing/2014/main" id="{224E066F-E676-86E7-A143-1659138F61BB}"/>
              </a:ext>
            </a:extLst>
          </p:cNvPr>
          <p:cNvSpPr/>
          <p:nvPr/>
        </p:nvSpPr>
        <p:spPr>
          <a:xfrm>
            <a:off x="9090499" y="4217877"/>
            <a:ext cx="1142815" cy="54418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NMAs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30" name="直接连接符 2051">
            <a:extLst>
              <a:ext uri="{FF2B5EF4-FFF2-40B4-BE49-F238E27FC236}">
                <a16:creationId xmlns:a16="http://schemas.microsoft.com/office/drawing/2014/main" id="{E5181EF4-E0D7-F5AB-6A96-222603731C52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9660659" y="2931472"/>
            <a:ext cx="1248" cy="926390"/>
          </a:xfrm>
          <a:prstGeom prst="line">
            <a:avLst/>
          </a:prstGeom>
          <a:ln w="28575">
            <a:solidFill>
              <a:schemeClr val="accent5"/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2053">
            <a:extLst>
              <a:ext uri="{FF2B5EF4-FFF2-40B4-BE49-F238E27FC236}">
                <a16:creationId xmlns:a16="http://schemas.microsoft.com/office/drawing/2014/main" id="{F466F7BE-417B-B10A-B8CD-A1E2ECB6AFBC}"/>
              </a:ext>
            </a:extLst>
          </p:cNvPr>
          <p:cNvSpPr txBox="1"/>
          <p:nvPr/>
        </p:nvSpPr>
        <p:spPr>
          <a:xfrm>
            <a:off x="9695296" y="2936838"/>
            <a:ext cx="1727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Inter-layer</a:t>
            </a:r>
          </a:p>
          <a:p>
            <a:r>
              <a:rPr lang="en-US" altLang="zh-CN" dirty="0"/>
              <a:t>A2A interface</a:t>
            </a:r>
            <a:endParaRPr lang="zh-CN" altLang="en-US" dirty="0"/>
          </a:p>
        </p:txBody>
      </p:sp>
      <p:sp>
        <p:nvSpPr>
          <p:cNvPr id="32" name="文本框 2054">
            <a:extLst>
              <a:ext uri="{FF2B5EF4-FFF2-40B4-BE49-F238E27FC236}">
                <a16:creationId xmlns:a16="http://schemas.microsoft.com/office/drawing/2014/main" id="{1A557433-9024-6E39-3960-FC0E197CD9C0}"/>
              </a:ext>
            </a:extLst>
          </p:cNvPr>
          <p:cNvSpPr txBox="1"/>
          <p:nvPr/>
        </p:nvSpPr>
        <p:spPr>
          <a:xfrm>
            <a:off x="8763026" y="4995396"/>
            <a:ext cx="2657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Intra-layer A2A interface</a:t>
            </a:r>
            <a:endParaRPr lang="zh-CN" altLang="en-US" dirty="0"/>
          </a:p>
        </p:txBody>
      </p:sp>
      <p:cxnSp>
        <p:nvCxnSpPr>
          <p:cNvPr id="33" name="直接连接符 2055">
            <a:extLst>
              <a:ext uri="{FF2B5EF4-FFF2-40B4-BE49-F238E27FC236}">
                <a16:creationId xmlns:a16="http://schemas.microsoft.com/office/drawing/2014/main" id="{0FD1340B-28BF-1280-A9E3-B24B27CCBB23}"/>
              </a:ext>
            </a:extLst>
          </p:cNvPr>
          <p:cNvCxnSpPr>
            <a:cxnSpLocks/>
            <a:stCxn id="35" idx="1"/>
            <a:endCxn id="34" idx="3"/>
          </p:cNvCxnSpPr>
          <p:nvPr/>
        </p:nvCxnSpPr>
        <p:spPr>
          <a:xfrm flipH="1">
            <a:off x="9457645" y="4963348"/>
            <a:ext cx="1393479" cy="2637"/>
          </a:xfrm>
          <a:prstGeom prst="line">
            <a:avLst/>
          </a:prstGeom>
          <a:ln w="28575">
            <a:solidFill>
              <a:schemeClr val="accent5"/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本框 2058">
            <a:extLst>
              <a:ext uri="{FF2B5EF4-FFF2-40B4-BE49-F238E27FC236}">
                <a16:creationId xmlns:a16="http://schemas.microsoft.com/office/drawing/2014/main" id="{9DA84F1F-161F-2AB0-8578-14C942CA3004}"/>
              </a:ext>
            </a:extLst>
          </p:cNvPr>
          <p:cNvSpPr txBox="1"/>
          <p:nvPr/>
        </p:nvSpPr>
        <p:spPr>
          <a:xfrm>
            <a:off x="8639165" y="4796708"/>
            <a:ext cx="818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NMA1</a:t>
            </a:r>
          </a:p>
        </p:txBody>
      </p:sp>
      <p:sp>
        <p:nvSpPr>
          <p:cNvPr id="35" name="文本框 2062">
            <a:extLst>
              <a:ext uri="{FF2B5EF4-FFF2-40B4-BE49-F238E27FC236}">
                <a16:creationId xmlns:a16="http://schemas.microsoft.com/office/drawing/2014/main" id="{071CDFBE-3A72-AFA0-2F22-BA373ACEF69B}"/>
              </a:ext>
            </a:extLst>
          </p:cNvPr>
          <p:cNvSpPr txBox="1"/>
          <p:nvPr/>
        </p:nvSpPr>
        <p:spPr>
          <a:xfrm>
            <a:off x="10851124" y="4794071"/>
            <a:ext cx="818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NMA2</a:t>
            </a:r>
          </a:p>
        </p:txBody>
      </p:sp>
      <p:sp>
        <p:nvSpPr>
          <p:cNvPr id="36" name="文本框 2064">
            <a:extLst>
              <a:ext uri="{FF2B5EF4-FFF2-40B4-BE49-F238E27FC236}">
                <a16:creationId xmlns:a16="http://schemas.microsoft.com/office/drawing/2014/main" id="{6C86D4D6-173C-0EA0-63BB-132488921CC8}"/>
              </a:ext>
            </a:extLst>
          </p:cNvPr>
          <p:cNvSpPr txBox="1"/>
          <p:nvPr/>
        </p:nvSpPr>
        <p:spPr>
          <a:xfrm>
            <a:off x="8665246" y="1741205"/>
            <a:ext cx="2788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Hierarchy NMA interaction</a:t>
            </a:r>
            <a:endParaRPr lang="zh-CN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447EC0-1F39-B16E-7C14-8B4CB766B112}"/>
              </a:ext>
            </a:extLst>
          </p:cNvPr>
          <p:cNvSpPr txBox="1"/>
          <p:nvPr/>
        </p:nvSpPr>
        <p:spPr>
          <a:xfrm>
            <a:off x="4636138" y="2533863"/>
            <a:ext cx="15642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NMA can exist at both the Controller and Orchestrator levels.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91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A2733-43EF-8872-0BEF-5B916D5EA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179101"/>
            <a:ext cx="9953308" cy="422274"/>
          </a:xfrm>
        </p:spPr>
        <p:txBody>
          <a:bodyPr>
            <a:normAutofit fontScale="90000"/>
          </a:bodyPr>
          <a:lstStyle/>
          <a:p>
            <a:r>
              <a:rPr lang="en-US" dirty="0"/>
              <a:t>NMA interfaces – impacts of deployment models</a:t>
            </a:r>
          </a:p>
        </p:txBody>
      </p:sp>
      <p:pic>
        <p:nvPicPr>
          <p:cNvPr id="11" name="图片 4">
            <a:extLst>
              <a:ext uri="{FF2B5EF4-FFF2-40B4-BE49-F238E27FC236}">
                <a16:creationId xmlns:a16="http://schemas.microsoft.com/office/drawing/2014/main" id="{468BBE4C-F8E0-8130-84E3-57A5A43402E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01437" y="2395122"/>
            <a:ext cx="4654614" cy="2834670"/>
          </a:xfrm>
          <a:prstGeom prst="rect">
            <a:avLst/>
          </a:prstGeom>
          <a:ln w="38100">
            <a:solidFill>
              <a:schemeClr val="tx2"/>
            </a:solidFill>
          </a:ln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6192EE76-3198-05BE-7644-93B56285A239}"/>
              </a:ext>
            </a:extLst>
          </p:cNvPr>
          <p:cNvSpPr/>
          <p:nvPr/>
        </p:nvSpPr>
        <p:spPr>
          <a:xfrm>
            <a:off x="8939455" y="2695909"/>
            <a:ext cx="2066925" cy="304800"/>
          </a:xfrm>
          <a:prstGeom prst="ellipse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5335A40-CAE5-FE2B-B00E-52DFB63580AD}"/>
              </a:ext>
            </a:extLst>
          </p:cNvPr>
          <p:cNvSpPr/>
          <p:nvPr/>
        </p:nvSpPr>
        <p:spPr>
          <a:xfrm>
            <a:off x="8242629" y="3347073"/>
            <a:ext cx="1172229" cy="396586"/>
          </a:xfrm>
          <a:prstGeom prst="ellipse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3588D81-F4BD-F8DF-21AE-1126D136CB3F}"/>
              </a:ext>
            </a:extLst>
          </p:cNvPr>
          <p:cNvSpPr/>
          <p:nvPr/>
        </p:nvSpPr>
        <p:spPr>
          <a:xfrm>
            <a:off x="8767023" y="4073887"/>
            <a:ext cx="2239357" cy="396586"/>
          </a:xfrm>
          <a:prstGeom prst="ellipse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324C9E-4520-A523-A21F-C2CDFAC18AEC}"/>
              </a:ext>
            </a:extLst>
          </p:cNvPr>
          <p:cNvSpPr txBox="1"/>
          <p:nvPr/>
        </p:nvSpPr>
        <p:spPr>
          <a:xfrm>
            <a:off x="8242629" y="1314954"/>
            <a:ext cx="1583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Extended model</a:t>
            </a:r>
          </a:p>
        </p:txBody>
      </p:sp>
      <p:pic>
        <p:nvPicPr>
          <p:cNvPr id="4" name="图片 8">
            <a:extLst>
              <a:ext uri="{FF2B5EF4-FFF2-40B4-BE49-F238E27FC236}">
                <a16:creationId xmlns:a16="http://schemas.microsoft.com/office/drawing/2014/main" id="{3FFEB41D-ED7D-9E7D-A38B-73BDD3422DA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7260" y="2115998"/>
            <a:ext cx="4654613" cy="3113794"/>
          </a:xfrm>
          <a:prstGeom prst="rect">
            <a:avLst/>
          </a:prstGeom>
          <a:ln w="38100">
            <a:solidFill>
              <a:schemeClr val="tx2"/>
            </a:solidFill>
          </a:ln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09577CAF-409C-944A-A975-593DC0CD7F0E}"/>
              </a:ext>
            </a:extLst>
          </p:cNvPr>
          <p:cNvSpPr/>
          <p:nvPr/>
        </p:nvSpPr>
        <p:spPr>
          <a:xfrm>
            <a:off x="1818618" y="4195145"/>
            <a:ext cx="2929638" cy="304800"/>
          </a:xfrm>
          <a:prstGeom prst="ellipse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99353BD-21CD-F9D7-E577-7C2D7E50B700}"/>
              </a:ext>
            </a:extLst>
          </p:cNvPr>
          <p:cNvSpPr/>
          <p:nvPr/>
        </p:nvSpPr>
        <p:spPr>
          <a:xfrm>
            <a:off x="2588451" y="3338041"/>
            <a:ext cx="1172229" cy="396586"/>
          </a:xfrm>
          <a:prstGeom prst="ellipse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A74C846-8B72-6718-66D6-F4B501FC9A5E}"/>
              </a:ext>
            </a:extLst>
          </p:cNvPr>
          <p:cNvSpPr/>
          <p:nvPr/>
        </p:nvSpPr>
        <p:spPr>
          <a:xfrm>
            <a:off x="2079384" y="2328537"/>
            <a:ext cx="2239357" cy="396586"/>
          </a:xfrm>
          <a:prstGeom prst="ellipse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17F72B-DA97-5B6E-0CBC-99B50E698A58}"/>
              </a:ext>
            </a:extLst>
          </p:cNvPr>
          <p:cNvSpPr txBox="1"/>
          <p:nvPr/>
        </p:nvSpPr>
        <p:spPr>
          <a:xfrm>
            <a:off x="2382910" y="1325550"/>
            <a:ext cx="1583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Integrated model</a:t>
            </a:r>
          </a:p>
        </p:txBody>
      </p:sp>
    </p:spTree>
    <p:extLst>
      <p:ext uri="{BB962C8B-B14F-4D97-AF65-F5344CB8AC3E}">
        <p14:creationId xmlns:p14="http://schemas.microsoft.com/office/powerpoint/2010/main" val="1829985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F1895-88EC-FFDE-6825-B792E8038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82DB0-09B2-6500-066A-1E44796A6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179101"/>
            <a:ext cx="9953308" cy="422274"/>
          </a:xfrm>
        </p:spPr>
        <p:txBody>
          <a:bodyPr>
            <a:normAutofit fontScale="90000"/>
          </a:bodyPr>
          <a:lstStyle/>
          <a:p>
            <a:r>
              <a:rPr lang="en-US" dirty="0"/>
              <a:t>NMA interfaces – CHALLENGES AND OPPORTUNITIES</a:t>
            </a:r>
          </a:p>
        </p:txBody>
      </p:sp>
      <p:pic>
        <p:nvPicPr>
          <p:cNvPr id="127" name="图片 8">
            <a:extLst>
              <a:ext uri="{FF2B5EF4-FFF2-40B4-BE49-F238E27FC236}">
                <a16:creationId xmlns:a16="http://schemas.microsoft.com/office/drawing/2014/main" id="{C20458CB-3C10-4ACB-B498-2838CFDAB2B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9571" y="704849"/>
            <a:ext cx="3810654" cy="2549211"/>
          </a:xfrm>
          <a:prstGeom prst="rect">
            <a:avLst/>
          </a:prstGeom>
          <a:ln w="38100">
            <a:solidFill>
              <a:schemeClr val="tx2"/>
            </a:solidFill>
          </a:ln>
        </p:spPr>
      </p:pic>
      <p:sp>
        <p:nvSpPr>
          <p:cNvPr id="128" name="Rectangle 127">
            <a:extLst>
              <a:ext uri="{FF2B5EF4-FFF2-40B4-BE49-F238E27FC236}">
                <a16:creationId xmlns:a16="http://schemas.microsoft.com/office/drawing/2014/main" id="{1413B416-B863-376C-24D5-0FCC96B4928A}"/>
              </a:ext>
            </a:extLst>
          </p:cNvPr>
          <p:cNvSpPr/>
          <p:nvPr/>
        </p:nvSpPr>
        <p:spPr>
          <a:xfrm>
            <a:off x="4106970" y="2949528"/>
            <a:ext cx="6448425" cy="27241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NMA Agentic Framework</a:t>
            </a:r>
          </a:p>
          <a:p>
            <a:endParaRPr lang="en-US" dirty="0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1013B660-C025-DE16-98FE-CF7A1C1B7ED1}"/>
              </a:ext>
            </a:extLst>
          </p:cNvPr>
          <p:cNvSpPr/>
          <p:nvPr/>
        </p:nvSpPr>
        <p:spPr>
          <a:xfrm>
            <a:off x="3223033" y="2037030"/>
            <a:ext cx="126748" cy="1086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885BBD32-4A0D-90B9-D692-4DCD96F6BD38}"/>
              </a:ext>
            </a:extLst>
          </p:cNvPr>
          <p:cNvSpPr/>
          <p:nvPr/>
        </p:nvSpPr>
        <p:spPr>
          <a:xfrm>
            <a:off x="3434138" y="2145671"/>
            <a:ext cx="211107" cy="18107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DEA23151-F2A4-3013-CD8A-1C67D22BCC1B}"/>
              </a:ext>
            </a:extLst>
          </p:cNvPr>
          <p:cNvSpPr/>
          <p:nvPr/>
        </p:nvSpPr>
        <p:spPr>
          <a:xfrm>
            <a:off x="3729602" y="2326741"/>
            <a:ext cx="293012" cy="2845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C14D17A5-7D0F-5B41-0AB6-EC9E0D3286B1}"/>
              </a:ext>
            </a:extLst>
          </p:cNvPr>
          <p:cNvSpPr/>
          <p:nvPr/>
        </p:nvSpPr>
        <p:spPr>
          <a:xfrm>
            <a:off x="4106970" y="2472900"/>
            <a:ext cx="468424" cy="4548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CDD198C3-A371-2F5C-4317-64F51E0C3355}"/>
              </a:ext>
            </a:extLst>
          </p:cNvPr>
          <p:cNvSpPr/>
          <p:nvPr/>
        </p:nvSpPr>
        <p:spPr>
          <a:xfrm>
            <a:off x="8186775" y="3564802"/>
            <a:ext cx="2227153" cy="1083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ysClr val="windowText" lastClr="000000"/>
                </a:solidFill>
              </a:rPr>
              <a:t>Multi agent support</a:t>
            </a:r>
          </a:p>
          <a:p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1BE7CB0-1A20-8605-CCC6-9748D9813D37}"/>
              </a:ext>
            </a:extLst>
          </p:cNvPr>
          <p:cNvSpPr/>
          <p:nvPr/>
        </p:nvSpPr>
        <p:spPr>
          <a:xfrm>
            <a:off x="6738222" y="2674981"/>
            <a:ext cx="1348965" cy="54909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NBI</a:t>
            </a:r>
          </a:p>
          <a:p>
            <a:pPr algn="ctr"/>
            <a:endParaRPr lang="en-US" dirty="0"/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A09BE82B-A182-305C-2465-EF80F5F1A954}"/>
              </a:ext>
            </a:extLst>
          </p:cNvPr>
          <p:cNvCxnSpPr>
            <a:stCxn id="134" idx="0"/>
          </p:cNvCxnSpPr>
          <p:nvPr/>
        </p:nvCxnSpPr>
        <p:spPr>
          <a:xfrm flipV="1">
            <a:off x="7412705" y="1946008"/>
            <a:ext cx="4526" cy="728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F71A143-08F8-6938-813A-4D157912CA74}"/>
              </a:ext>
            </a:extLst>
          </p:cNvPr>
          <p:cNvSpPr/>
          <p:nvPr/>
        </p:nvSpPr>
        <p:spPr>
          <a:xfrm>
            <a:off x="4341182" y="3564802"/>
            <a:ext cx="2227153" cy="1083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ysClr val="windowText" lastClr="000000"/>
                </a:solidFill>
              </a:rPr>
              <a:t>Agent operations</a:t>
            </a:r>
          </a:p>
          <a:p>
            <a:endParaRPr lang="en-US" dirty="0">
              <a:solidFill>
                <a:sysClr val="windowText" lastClr="000000"/>
              </a:solidFill>
            </a:endParaRPr>
          </a:p>
          <a:p>
            <a:endParaRPr lang="en-US" dirty="0">
              <a:solidFill>
                <a:sysClr val="windowText" lastClr="000000"/>
              </a:solidFill>
            </a:endParaRPr>
          </a:p>
          <a:p>
            <a:endParaRPr lang="en-US" dirty="0">
              <a:solidFill>
                <a:sysClr val="windowText" lastClr="000000"/>
              </a:solidFill>
            </a:endParaRPr>
          </a:p>
          <a:p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2703ABF-93F4-4052-DFBB-FEB4129AFD16}"/>
              </a:ext>
            </a:extLst>
          </p:cNvPr>
          <p:cNvSpPr/>
          <p:nvPr/>
        </p:nvSpPr>
        <p:spPr>
          <a:xfrm>
            <a:off x="4499571" y="4160662"/>
            <a:ext cx="1865014" cy="41133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LLM </a:t>
            </a:r>
            <a:r>
              <a:rPr lang="en-US" sz="1600" dirty="0" err="1"/>
              <a:t>proxy&amp;routing</a:t>
            </a:r>
            <a:endParaRPr lang="en-US" sz="1600" dirty="0"/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B770D8BC-095F-0A12-7D91-03AD04AF99A4}"/>
              </a:ext>
            </a:extLst>
          </p:cNvPr>
          <p:cNvCxnSpPr/>
          <p:nvPr/>
        </p:nvCxnSpPr>
        <p:spPr>
          <a:xfrm flipH="1">
            <a:off x="3105338" y="4381877"/>
            <a:ext cx="13580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Oval 142">
            <a:extLst>
              <a:ext uri="{FF2B5EF4-FFF2-40B4-BE49-F238E27FC236}">
                <a16:creationId xmlns:a16="http://schemas.microsoft.com/office/drawing/2014/main" id="{03B5931F-7F9B-0F51-9CF6-F7A91DEADF6C}"/>
              </a:ext>
            </a:extLst>
          </p:cNvPr>
          <p:cNvSpPr/>
          <p:nvPr/>
        </p:nvSpPr>
        <p:spPr>
          <a:xfrm>
            <a:off x="1785882" y="3949872"/>
            <a:ext cx="1319456" cy="86401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8D365CF-BF0B-50BC-7B64-8585A0D89E03}"/>
              </a:ext>
            </a:extLst>
          </p:cNvPr>
          <p:cNvSpPr/>
          <p:nvPr/>
        </p:nvSpPr>
        <p:spPr>
          <a:xfrm>
            <a:off x="8367844" y="4160662"/>
            <a:ext cx="1865014" cy="41133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Inter agent comm.</a:t>
            </a: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3DDBA360-0F16-A240-308F-C5B84780429D}"/>
              </a:ext>
            </a:extLst>
          </p:cNvPr>
          <p:cNvSpPr/>
          <p:nvPr/>
        </p:nvSpPr>
        <p:spPr>
          <a:xfrm>
            <a:off x="10872544" y="3879598"/>
            <a:ext cx="1319456" cy="86401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External NMA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AE5A1246-DAAA-59A6-2F60-32993960BEDD}"/>
              </a:ext>
            </a:extLst>
          </p:cNvPr>
          <p:cNvCxnSpPr>
            <a:cxnSpLocks/>
            <a:stCxn id="144" idx="3"/>
            <a:endCxn id="146" idx="2"/>
          </p:cNvCxnSpPr>
          <p:nvPr/>
        </p:nvCxnSpPr>
        <p:spPr>
          <a:xfrm flipV="1">
            <a:off x="10232858" y="4311603"/>
            <a:ext cx="639686" cy="54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" name="Rectangle 149">
            <a:extLst>
              <a:ext uri="{FF2B5EF4-FFF2-40B4-BE49-F238E27FC236}">
                <a16:creationId xmlns:a16="http://schemas.microsoft.com/office/drawing/2014/main" id="{47AC53A6-30A9-360A-68D9-2139B7F39D8E}"/>
              </a:ext>
            </a:extLst>
          </p:cNvPr>
          <p:cNvSpPr/>
          <p:nvPr/>
        </p:nvSpPr>
        <p:spPr>
          <a:xfrm>
            <a:off x="4333372" y="4758183"/>
            <a:ext cx="6072746" cy="6989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ysClr val="windowText" lastClr="000000"/>
                </a:solidFill>
              </a:rPr>
              <a:t>Data retrieval</a:t>
            </a:r>
          </a:p>
          <a:p>
            <a:endParaRPr lang="en-US" dirty="0">
              <a:solidFill>
                <a:sysClr val="windowText" lastClr="000000"/>
              </a:solidFill>
            </a:endParaRPr>
          </a:p>
          <a:p>
            <a:endParaRPr lang="en-US" dirty="0">
              <a:solidFill>
                <a:sysClr val="windowText" lastClr="000000"/>
              </a:solidFill>
            </a:endParaRPr>
          </a:p>
          <a:p>
            <a:endParaRPr lang="en-US" dirty="0">
              <a:solidFill>
                <a:sysClr val="windowText" lastClr="000000"/>
              </a:solidFill>
            </a:endParaRPr>
          </a:p>
          <a:p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52" name="Cloud 151">
            <a:extLst>
              <a:ext uri="{FF2B5EF4-FFF2-40B4-BE49-F238E27FC236}">
                <a16:creationId xmlns:a16="http://schemas.microsoft.com/office/drawing/2014/main" id="{B7B083F9-D1E4-AC62-4D51-68CCE7646A23}"/>
              </a:ext>
            </a:extLst>
          </p:cNvPr>
          <p:cNvSpPr/>
          <p:nvPr/>
        </p:nvSpPr>
        <p:spPr>
          <a:xfrm>
            <a:off x="4191905" y="5985127"/>
            <a:ext cx="2643461" cy="656376"/>
          </a:xfrm>
          <a:prstGeom prst="clou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Network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C96281ED-5C51-1327-702F-96A29883BB9F}"/>
              </a:ext>
            </a:extLst>
          </p:cNvPr>
          <p:cNvCxnSpPr>
            <a:cxnSpLocks/>
            <a:endCxn id="152" idx="3"/>
          </p:cNvCxnSpPr>
          <p:nvPr/>
        </p:nvCxnSpPr>
        <p:spPr>
          <a:xfrm>
            <a:off x="5513636" y="5457181"/>
            <a:ext cx="0" cy="565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7" name="Rectangle 156">
            <a:extLst>
              <a:ext uri="{FF2B5EF4-FFF2-40B4-BE49-F238E27FC236}">
                <a16:creationId xmlns:a16="http://schemas.microsoft.com/office/drawing/2014/main" id="{A9C9BD12-C943-A9A4-5D3F-1E8A8918A7BE}"/>
              </a:ext>
            </a:extLst>
          </p:cNvPr>
          <p:cNvSpPr/>
          <p:nvPr/>
        </p:nvSpPr>
        <p:spPr>
          <a:xfrm>
            <a:off x="7146565" y="6005917"/>
            <a:ext cx="1061698" cy="65637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Controllers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0D0A564C-C537-DD67-3592-F8ED87B801D5}"/>
              </a:ext>
            </a:extLst>
          </p:cNvPr>
          <p:cNvCxnSpPr>
            <a:cxnSpLocks/>
          </p:cNvCxnSpPr>
          <p:nvPr/>
        </p:nvCxnSpPr>
        <p:spPr>
          <a:xfrm>
            <a:off x="7677414" y="5457181"/>
            <a:ext cx="0" cy="565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Rectangle 158">
            <a:extLst>
              <a:ext uri="{FF2B5EF4-FFF2-40B4-BE49-F238E27FC236}">
                <a16:creationId xmlns:a16="http://schemas.microsoft.com/office/drawing/2014/main" id="{54A3D0D0-BB31-24D9-DB27-94FA4227A8D0}"/>
              </a:ext>
            </a:extLst>
          </p:cNvPr>
          <p:cNvSpPr/>
          <p:nvPr/>
        </p:nvSpPr>
        <p:spPr>
          <a:xfrm>
            <a:off x="8779494" y="6005917"/>
            <a:ext cx="1061698" cy="65637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Data Lakes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8F6910BE-36AC-0B89-F97C-4B1775F56409}"/>
              </a:ext>
            </a:extLst>
          </p:cNvPr>
          <p:cNvCxnSpPr>
            <a:cxnSpLocks/>
          </p:cNvCxnSpPr>
          <p:nvPr/>
        </p:nvCxnSpPr>
        <p:spPr>
          <a:xfrm>
            <a:off x="9310343" y="5457181"/>
            <a:ext cx="0" cy="565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Action Button: Help 16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A620FB2A-0DA8-EEE5-84A1-D518447A1BAA}"/>
              </a:ext>
            </a:extLst>
          </p:cNvPr>
          <p:cNvSpPr/>
          <p:nvPr/>
        </p:nvSpPr>
        <p:spPr>
          <a:xfrm>
            <a:off x="4982788" y="5567482"/>
            <a:ext cx="449288" cy="332631"/>
          </a:xfrm>
          <a:prstGeom prst="actionButtonHelp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3" name="Action Button: Help 16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A57592C1-D180-9A87-9A3E-6C3F14B12A81}"/>
              </a:ext>
            </a:extLst>
          </p:cNvPr>
          <p:cNvSpPr/>
          <p:nvPr/>
        </p:nvSpPr>
        <p:spPr>
          <a:xfrm>
            <a:off x="4982788" y="5529103"/>
            <a:ext cx="449288" cy="332631"/>
          </a:xfrm>
          <a:prstGeom prst="actionButtonHelp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4" name="Action Button: Help 16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F61D6DA-A193-2E7B-A9AC-F194B001FF51}"/>
              </a:ext>
            </a:extLst>
          </p:cNvPr>
          <p:cNvSpPr/>
          <p:nvPr/>
        </p:nvSpPr>
        <p:spPr>
          <a:xfrm>
            <a:off x="7135621" y="5529103"/>
            <a:ext cx="449288" cy="332631"/>
          </a:xfrm>
          <a:prstGeom prst="actionButtonHelp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5" name="Action Button: Help 16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06B1A4F-7C56-5A37-424B-BBC08A33756A}"/>
              </a:ext>
            </a:extLst>
          </p:cNvPr>
          <p:cNvSpPr/>
          <p:nvPr/>
        </p:nvSpPr>
        <p:spPr>
          <a:xfrm>
            <a:off x="8757605" y="5529103"/>
            <a:ext cx="449288" cy="332631"/>
          </a:xfrm>
          <a:prstGeom prst="actionButtonHelp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6" name="Action Button: Help 16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0977BA0-27C6-9C32-3392-CCC661D139C5}"/>
              </a:ext>
            </a:extLst>
          </p:cNvPr>
          <p:cNvSpPr/>
          <p:nvPr/>
        </p:nvSpPr>
        <p:spPr>
          <a:xfrm>
            <a:off x="3414932" y="4015934"/>
            <a:ext cx="449288" cy="332631"/>
          </a:xfrm>
          <a:prstGeom prst="actionButtonHelp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7" name="Action Button: Help 16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0F2A090-7722-E6AD-267F-AA216F6EFD73}"/>
              </a:ext>
            </a:extLst>
          </p:cNvPr>
          <p:cNvSpPr/>
          <p:nvPr/>
        </p:nvSpPr>
        <p:spPr>
          <a:xfrm>
            <a:off x="10401484" y="3936710"/>
            <a:ext cx="449288" cy="332631"/>
          </a:xfrm>
          <a:prstGeom prst="actionButtonHelp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4E0E487C-4F5D-2A12-23F4-54B98DFCC0ED}"/>
              </a:ext>
            </a:extLst>
          </p:cNvPr>
          <p:cNvSpPr/>
          <p:nvPr/>
        </p:nvSpPr>
        <p:spPr>
          <a:xfrm>
            <a:off x="10897299" y="4855134"/>
            <a:ext cx="1294701" cy="86401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Knowledge Graph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60B0DE0C-8F14-500B-9AEF-590567BB386D}"/>
              </a:ext>
            </a:extLst>
          </p:cNvPr>
          <p:cNvCxnSpPr>
            <a:cxnSpLocks/>
          </p:cNvCxnSpPr>
          <p:nvPr/>
        </p:nvCxnSpPr>
        <p:spPr>
          <a:xfrm>
            <a:off x="10257613" y="5115516"/>
            <a:ext cx="639686" cy="14100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1" name="Oval 170">
            <a:extLst>
              <a:ext uri="{FF2B5EF4-FFF2-40B4-BE49-F238E27FC236}">
                <a16:creationId xmlns:a16="http://schemas.microsoft.com/office/drawing/2014/main" id="{95FF41B8-E82F-2A1C-534F-C09B9CE7B65A}"/>
              </a:ext>
            </a:extLst>
          </p:cNvPr>
          <p:cNvSpPr/>
          <p:nvPr/>
        </p:nvSpPr>
        <p:spPr>
          <a:xfrm>
            <a:off x="8833354" y="4897400"/>
            <a:ext cx="1424259" cy="43146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Knowledge Graph</a:t>
            </a:r>
          </a:p>
        </p:txBody>
      </p:sp>
      <p:sp>
        <p:nvSpPr>
          <p:cNvPr id="173" name="Action Button: Help 17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1500E60-1716-21FF-9A4E-F487D6E9456B}"/>
              </a:ext>
            </a:extLst>
          </p:cNvPr>
          <p:cNvSpPr/>
          <p:nvPr/>
        </p:nvSpPr>
        <p:spPr>
          <a:xfrm>
            <a:off x="10407876" y="4797098"/>
            <a:ext cx="449288" cy="332631"/>
          </a:xfrm>
          <a:prstGeom prst="actionButtonHelp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5B730-6EAF-7A76-965A-8F54FC84C8F0}"/>
              </a:ext>
            </a:extLst>
          </p:cNvPr>
          <p:cNvSpPr txBox="1"/>
          <p:nvPr/>
        </p:nvSpPr>
        <p:spPr>
          <a:xfrm>
            <a:off x="8087187" y="1204434"/>
            <a:ext cx="3711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+ Building trust !!!!!</a:t>
            </a:r>
          </a:p>
        </p:txBody>
      </p:sp>
    </p:spTree>
    <p:extLst>
      <p:ext uri="{BB962C8B-B14F-4D97-AF65-F5344CB8AC3E}">
        <p14:creationId xmlns:p14="http://schemas.microsoft.com/office/powerpoint/2010/main" val="1679268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C72B1-60D4-E2CE-D7FB-FD4BD85C9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518561"/>
          </a:xfrm>
        </p:spPr>
        <p:txBody>
          <a:bodyPr/>
          <a:lstStyle/>
          <a:p>
            <a:r>
              <a:rPr lang="en-US" dirty="0"/>
              <a:t>CHALLENGES AND OPPORTUNITIES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D2A6E-9501-10CC-BBCE-A9145301AC3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文本框 55">
            <a:extLst>
              <a:ext uri="{FF2B5EF4-FFF2-40B4-BE49-F238E27FC236}">
                <a16:creationId xmlns:a16="http://schemas.microsoft.com/office/drawing/2014/main" id="{C25742C1-F97E-86E2-9D19-D5B026D29909}"/>
              </a:ext>
            </a:extLst>
          </p:cNvPr>
          <p:cNvSpPr txBox="1"/>
          <p:nvPr/>
        </p:nvSpPr>
        <p:spPr>
          <a:xfrm>
            <a:off x="515286" y="1676970"/>
            <a:ext cx="1116142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000" b="1" i="0" dirty="0">
                <a:solidFill>
                  <a:srgbClr val="0070C0"/>
                </a:solidFill>
                <a:effectLst/>
                <a:latin typeface="PingFang SC"/>
              </a:rPr>
              <a:t>Standardization opportunities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000" b="1" i="0" dirty="0">
                <a:effectLst/>
                <a:latin typeface="PingFang SC"/>
              </a:rPr>
              <a:t>Interfaces: 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000" b="1" i="0" dirty="0">
                <a:effectLst/>
                <a:latin typeface="PingFang SC"/>
              </a:rPr>
              <a:t>NBI (including NMA operations and NMA usage)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000" b="1" i="0" dirty="0">
                <a:effectLst/>
                <a:latin typeface="PingFang SC"/>
              </a:rPr>
              <a:t>Agent to Agent (specific for NMA?)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PingFang SC"/>
              </a:rPr>
              <a:t>Data collection (MCP? MCP for NMA?)</a:t>
            </a:r>
            <a:endParaRPr lang="en-US" altLang="zh-CN" sz="2000" b="1" i="0" dirty="0">
              <a:effectLst/>
              <a:latin typeface="PingFang SC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t>Are the </a:t>
            </a:r>
            <a:r>
              <a:rPr lang="en-US" altLang="zh-CN" sz="2000" b="1" dirty="0">
                <a:solidFill>
                  <a:prstClr val="black"/>
                </a:solidFill>
                <a:latin typeface="Tenorite"/>
              </a:rPr>
              <a:t>industry protocols good enough? E.g. MCP, A2A vs A2A-T ?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t>Knowledge graph internal or external? Need for a standard way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t>to feed it (NMOP)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/>
              <a:ea typeface="+mn-ea"/>
              <a:cs typeface="+mn-cs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enorite"/>
              </a:rPr>
              <a:t>Trust: a standardized way of measuring agent reliability/trustworthiness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/>
              <a:ea typeface="+mn-ea"/>
              <a:cs typeface="+mn-cs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/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altLang="zh-CN" sz="2000" b="1" dirty="0">
              <a:latin typeface="PingFang SC"/>
            </a:endParaRPr>
          </a:p>
          <a:p>
            <a:pPr lvl="2"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altLang="zh-CN" sz="2000" b="1" dirty="0">
              <a:latin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689337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7535E-17A0-68C8-BD51-AA3A7D798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58801"/>
            <a:ext cx="10494328" cy="441324"/>
          </a:xfrm>
        </p:spPr>
        <p:txBody>
          <a:bodyPr>
            <a:normAutofit fontScale="90000"/>
          </a:bodyPr>
          <a:lstStyle/>
          <a:p>
            <a:r>
              <a:rPr lang="en-US" dirty="0"/>
              <a:t>HOW the deployment mode impacts NMA interfaces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C6F52-ADD4-7F7C-679A-01B21BC1C59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8" name="图片 3">
            <a:extLst>
              <a:ext uri="{FF2B5EF4-FFF2-40B4-BE49-F238E27FC236}">
                <a16:creationId xmlns:a16="http://schemas.microsoft.com/office/drawing/2014/main" id="{D7EA31ED-6BE7-E163-8223-70D5ADD1E07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4298" y="1272913"/>
            <a:ext cx="5791702" cy="336116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AC82FB7-31AC-D06E-F990-4D097D3E5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" y="1119024"/>
            <a:ext cx="5573626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zh-CN" sz="2000" b="1" dirty="0">
                <a:solidFill>
                  <a:schemeClr val="accent5"/>
                </a:solidFill>
                <a:latin typeface="Arial" panose="020B0604020202020204" pitchFamily="34" charset="0"/>
              </a:rPr>
              <a:t>Mode a):</a:t>
            </a:r>
            <a:r>
              <a:rPr lang="zh-CN" altLang="en-US" sz="2000" b="1" dirty="0">
                <a:solidFill>
                  <a:schemeClr val="accent5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chemeClr val="accent5"/>
                </a:solidFill>
                <a:latin typeface="Arial" panose="020B0604020202020204" pitchFamily="34" charset="0"/>
              </a:rPr>
              <a:t>Independent Mode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397769-4C43-8744-34B9-A56B14857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6828" y="1119024"/>
            <a:ext cx="5573626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zh-CN" sz="2000" b="1" dirty="0">
                <a:solidFill>
                  <a:schemeClr val="accent5"/>
                </a:solidFill>
                <a:latin typeface="Arial" panose="020B0604020202020204" pitchFamily="34" charset="0"/>
              </a:rPr>
              <a:t>Mode b):</a:t>
            </a:r>
            <a:r>
              <a:rPr lang="zh-CN" altLang="en-US" sz="2000" b="1" dirty="0">
                <a:solidFill>
                  <a:schemeClr val="accent5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chemeClr val="accent5"/>
                </a:solidFill>
                <a:latin typeface="Arial" panose="020B0604020202020204" pitchFamily="34" charset="0"/>
              </a:rPr>
              <a:t>Integrated Mode</a:t>
            </a:r>
          </a:p>
        </p:txBody>
      </p:sp>
      <p:pic>
        <p:nvPicPr>
          <p:cNvPr id="11" name="图片 7">
            <a:extLst>
              <a:ext uri="{FF2B5EF4-FFF2-40B4-BE49-F238E27FC236}">
                <a16:creationId xmlns:a16="http://schemas.microsoft.com/office/drawing/2014/main" id="{F5DBF759-FA49-DBB0-CDA1-BAB4C85663A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50616" y="1380640"/>
            <a:ext cx="4861073" cy="3253435"/>
          </a:xfrm>
          <a:prstGeom prst="rect">
            <a:avLst/>
          </a:prstGeom>
        </p:spPr>
      </p:pic>
      <p:sp>
        <p:nvSpPr>
          <p:cNvPr id="12" name="文本框 8">
            <a:extLst>
              <a:ext uri="{FF2B5EF4-FFF2-40B4-BE49-F238E27FC236}">
                <a16:creationId xmlns:a16="http://schemas.microsoft.com/office/drawing/2014/main" id="{3E31DFA3-187E-88A9-8855-89CBE5CA5F76}"/>
              </a:ext>
            </a:extLst>
          </p:cNvPr>
          <p:cNvSpPr txBox="1"/>
          <p:nvPr/>
        </p:nvSpPr>
        <p:spPr>
          <a:xfrm>
            <a:off x="304298" y="4634075"/>
            <a:ext cx="609599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altLang="zh-CN" sz="1400" b="1" dirty="0">
                <a:latin typeface="Arial" panose="020B0604020202020204" pitchFamily="34" charset="0"/>
              </a:rPr>
              <a:t>NMA is independent from the original controllers.</a:t>
            </a:r>
          </a:p>
          <a:p>
            <a:pPr marL="555625" lvl="1" indent="-28575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altLang="zh-CN" sz="1400" dirty="0">
                <a:latin typeface="Arial" panose="020B0604020202020204" pitchFamily="34" charset="0"/>
              </a:rPr>
              <a:t>A new east-west interface</a:t>
            </a:r>
            <a:r>
              <a:rPr lang="zh-CN" altLang="en-US" sz="1400" dirty="0">
                <a:latin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</a:rPr>
              <a:t>(</a:t>
            </a:r>
            <a:r>
              <a:rPr lang="en-US" altLang="zh-CN" sz="1400" b="1" dirty="0">
                <a:solidFill>
                  <a:srgbClr val="C00000"/>
                </a:solidFill>
                <a:latin typeface="Arial" panose="020B0604020202020204" pitchFamily="34" charset="0"/>
              </a:rPr>
              <a:t>A2C</a:t>
            </a:r>
            <a:r>
              <a:rPr lang="en-US" altLang="zh-CN" sz="1400" dirty="0">
                <a:latin typeface="Arial" panose="020B0604020202020204" pitchFamily="34" charset="0"/>
              </a:rPr>
              <a:t>) needs to be added between NMA and controller to achieve capability calling and result feedback.</a:t>
            </a:r>
          </a:p>
          <a:p>
            <a:pPr marL="555625" lvl="1" indent="-28575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altLang="zh-CN" sz="1400" dirty="0">
                <a:latin typeface="Arial" panose="020B0604020202020204" pitchFamily="34" charset="0"/>
              </a:rPr>
              <a:t>An intelligent southbound interface ( “</a:t>
            </a:r>
            <a:r>
              <a:rPr lang="en-US" altLang="zh-CN" sz="1400" b="1" dirty="0">
                <a:solidFill>
                  <a:srgbClr val="C00000"/>
                </a:solidFill>
                <a:latin typeface="Arial" panose="020B0604020202020204" pitchFamily="34" charset="0"/>
              </a:rPr>
              <a:t>A2N</a:t>
            </a:r>
            <a:r>
              <a:rPr lang="en-US" altLang="zh-CN" sz="1400" dirty="0">
                <a:latin typeface="Arial" panose="020B0604020202020204" pitchFamily="34" charset="0"/>
              </a:rPr>
              <a:t>”) needs to be added between NMA and the physical network.</a:t>
            </a:r>
          </a:p>
          <a:p>
            <a:pPr marL="555625" lvl="1" indent="-28575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altLang="zh-CN" sz="1400" dirty="0">
                <a:latin typeface="Arial" panose="020B0604020202020204" pitchFamily="34" charset="0"/>
              </a:rPr>
              <a:t>NMA interacts with users (human or other agents) through a new </a:t>
            </a:r>
            <a:r>
              <a:rPr lang="en-US" altLang="zh-CN" sz="1400" b="1" dirty="0">
                <a:solidFill>
                  <a:srgbClr val="C00000"/>
                </a:solidFill>
                <a:latin typeface="Arial" panose="020B0604020202020204" pitchFamily="34" charset="0"/>
              </a:rPr>
              <a:t>A2U</a:t>
            </a:r>
            <a:r>
              <a:rPr lang="en-US" altLang="zh-CN" sz="1400" dirty="0">
                <a:latin typeface="Arial" panose="020B0604020202020204" pitchFamily="34" charset="0"/>
              </a:rPr>
              <a:t> interface (</a:t>
            </a:r>
            <a:r>
              <a:rPr lang="en-US" altLang="zh-CN" sz="1400" b="1" dirty="0">
                <a:solidFill>
                  <a:srgbClr val="C00000"/>
                </a:solidFill>
                <a:latin typeface="Arial" panose="020B0604020202020204" pitchFamily="34" charset="0"/>
              </a:rPr>
              <a:t>A2A interface </a:t>
            </a:r>
            <a:r>
              <a:rPr lang="en-US" altLang="zh-CN" sz="1400" dirty="0">
                <a:latin typeface="Arial" panose="020B0604020202020204" pitchFamily="34" charset="0"/>
              </a:rPr>
              <a:t>belongs to the scope of this interface)</a:t>
            </a:r>
          </a:p>
          <a:p>
            <a:pPr marL="555625" lvl="1" indent="-28575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endParaRPr lang="en-US" altLang="zh-CN" sz="1400" dirty="0">
              <a:latin typeface="Arial" panose="020B0604020202020204" pitchFamily="34" charset="0"/>
            </a:endParaRPr>
          </a:p>
        </p:txBody>
      </p:sp>
      <p:sp>
        <p:nvSpPr>
          <p:cNvPr id="13" name="文本框 10">
            <a:extLst>
              <a:ext uri="{FF2B5EF4-FFF2-40B4-BE49-F238E27FC236}">
                <a16:creationId xmlns:a16="http://schemas.microsoft.com/office/drawing/2014/main" id="{00443411-34F4-242D-72F3-D96DEF5E6B13}"/>
              </a:ext>
            </a:extLst>
          </p:cNvPr>
          <p:cNvSpPr txBox="1"/>
          <p:nvPr/>
        </p:nvSpPr>
        <p:spPr>
          <a:xfrm>
            <a:off x="6096001" y="4634075"/>
            <a:ext cx="6095999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altLang="zh-CN" sz="1400" b="1" dirty="0">
                <a:latin typeface="Arial" panose="020B0604020202020204" pitchFamily="34" charset="0"/>
              </a:rPr>
              <a:t>NMA is integrated and serves as a function of the controller</a:t>
            </a:r>
            <a:r>
              <a:rPr lang="en-US" altLang="zh-CN" sz="1400" dirty="0">
                <a:latin typeface="Arial" panose="020B0604020202020204" pitchFamily="34" charset="0"/>
              </a:rPr>
              <a:t>. </a:t>
            </a:r>
          </a:p>
          <a:p>
            <a:pPr marL="742950" lvl="2" indent="-28575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altLang="zh-CN" sz="1400" dirty="0">
                <a:latin typeface="Arial" panose="020B0604020202020204" pitchFamily="34" charset="0"/>
              </a:rPr>
              <a:t>NMA interacts with original function modules through internal A2C interface. </a:t>
            </a:r>
          </a:p>
          <a:p>
            <a:pPr marL="742950" lvl="2" indent="-28575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altLang="zh-CN" sz="1400" dirty="0">
                <a:latin typeface="Arial" panose="020B0604020202020204" pitchFamily="34" charset="0"/>
              </a:rPr>
              <a:t>NMA interacts with users through </a:t>
            </a:r>
            <a:r>
              <a:rPr lang="en-US" altLang="zh-CN" sz="1400" b="1" dirty="0">
                <a:latin typeface="Arial" panose="020B0604020202020204" pitchFamily="34" charset="0"/>
              </a:rPr>
              <a:t>extended NBI</a:t>
            </a:r>
            <a:r>
              <a:rPr lang="zh-CN" altLang="en-US" sz="1400" dirty="0">
                <a:latin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</a:rPr>
              <a:t>(</a:t>
            </a:r>
            <a:r>
              <a:rPr lang="en-US" altLang="zh-CN" sz="1400" b="1" dirty="0">
                <a:solidFill>
                  <a:srgbClr val="C00000"/>
                </a:solidFill>
                <a:latin typeface="Arial" panose="020B0604020202020204" pitchFamily="34" charset="0"/>
              </a:rPr>
              <a:t>including</a:t>
            </a:r>
            <a:r>
              <a:rPr lang="zh-CN" altLang="en-US" sz="1400" b="1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400" b="1" dirty="0">
                <a:solidFill>
                  <a:srgbClr val="C00000"/>
                </a:solidFill>
                <a:latin typeface="Arial" panose="020B0604020202020204" pitchFamily="34" charset="0"/>
              </a:rPr>
              <a:t>A2U</a:t>
            </a:r>
            <a:r>
              <a:rPr lang="en-US" altLang="zh-CN" sz="1400" dirty="0">
                <a:latin typeface="Arial" panose="020B0604020202020204" pitchFamily="34" charset="0"/>
              </a:rPr>
              <a:t>)</a:t>
            </a:r>
          </a:p>
          <a:p>
            <a:pPr marL="742950" lvl="2" indent="-28575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altLang="zh-CN" sz="1400" dirty="0">
                <a:latin typeface="Arial" panose="020B0604020202020204" pitchFamily="34" charset="0"/>
              </a:rPr>
              <a:t>The enhanced MCS interacts with underlay physical network through </a:t>
            </a:r>
            <a:r>
              <a:rPr lang="en-US" altLang="zh-CN" sz="1400" b="1" dirty="0">
                <a:latin typeface="Arial" panose="020B0604020202020204" pitchFamily="34" charset="0"/>
              </a:rPr>
              <a:t>extended SBI </a:t>
            </a:r>
            <a:r>
              <a:rPr lang="en-US" altLang="zh-CN" sz="1400" dirty="0">
                <a:latin typeface="Arial" panose="020B0604020202020204" pitchFamily="34" charset="0"/>
              </a:rPr>
              <a:t>(</a:t>
            </a:r>
            <a:r>
              <a:rPr lang="en-US" altLang="zh-CN" sz="1400" b="1" dirty="0">
                <a:solidFill>
                  <a:srgbClr val="C00000"/>
                </a:solidFill>
                <a:latin typeface="Arial" panose="020B0604020202020204" pitchFamily="34" charset="0"/>
              </a:rPr>
              <a:t>including A2N</a:t>
            </a:r>
            <a:r>
              <a:rPr lang="en-US" altLang="zh-CN" sz="1400" dirty="0"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8671226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{57CF219F-76EA-4496-9841-78E99C80DA23}TF7521aafa-c748-4c40-a498-ba511be234dc5b1b6097_win32-5039330bb2f3</Template>
  <TotalTime>1317</TotalTime>
  <Words>606</Words>
  <Application>Microsoft Office PowerPoint</Application>
  <PresentationFormat>Widescreen</PresentationFormat>
  <Paragraphs>116</Paragraphs>
  <Slides>9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微软雅黑</vt:lpstr>
      <vt:lpstr>Arial</vt:lpstr>
      <vt:lpstr>Calibri</vt:lpstr>
      <vt:lpstr>Inter</vt:lpstr>
      <vt:lpstr>PingFang SC</vt:lpstr>
      <vt:lpstr>Tenorite</vt:lpstr>
      <vt:lpstr>Times New Roman</vt:lpstr>
      <vt:lpstr>Wingdings</vt:lpstr>
      <vt:lpstr>Custom</vt:lpstr>
      <vt:lpstr>AI based Network Management Agent (NMA): Concepts &amp; Architecture</vt:lpstr>
      <vt:lpstr>draft-zhao-nmop-network-management-agent/ </vt:lpstr>
      <vt:lpstr>NMA definition</vt:lpstr>
      <vt:lpstr>Relationship with RFC8969</vt:lpstr>
      <vt:lpstr>NMA interfaces – impacts of deployment models</vt:lpstr>
      <vt:lpstr>NMA interfaces – CHALLENGES AND OPPORTUNITIES</vt:lpstr>
      <vt:lpstr>CHALLENGES AND OPPORTUNITIES</vt:lpstr>
      <vt:lpstr>THANK YOU</vt:lpstr>
      <vt:lpstr>HOW the deployment mode impacts NMA interfaces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Daniele Ceccarelli (dceccare)</dc:creator>
  <cp:lastModifiedBy>Daniele Ceccarelli (dceccare)</cp:lastModifiedBy>
  <cp:revision>1</cp:revision>
  <dcterms:created xsi:type="dcterms:W3CDTF">2025-10-29T15:38:51Z</dcterms:created>
  <dcterms:modified xsi:type="dcterms:W3CDTF">2026-03-12T09:29:21Z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MSIP_Label_c8f49a32-fde3-48a5-9266-b5b0972a22dc_Enabled">
    <vt:lpwstr>true</vt:lpwstr>
  </property>
  <property fmtid="{D5CDD505-2E9C-101B-9397-08002B2CF9AE}" pid="5" name="MSIP_Label_c8f49a32-fde3-48a5-9266-b5b0972a22dc_SetDate">
    <vt:lpwstr>2025-10-29T16:35:27Z</vt:lpwstr>
  </property>
  <property fmtid="{D5CDD505-2E9C-101B-9397-08002B2CF9AE}" pid="6" name="MSIP_Label_c8f49a32-fde3-48a5-9266-b5b0972a22dc_Method">
    <vt:lpwstr>Standard</vt:lpwstr>
  </property>
  <property fmtid="{D5CDD505-2E9C-101B-9397-08002B2CF9AE}" pid="7" name="MSIP_Label_c8f49a32-fde3-48a5-9266-b5b0972a22dc_Name">
    <vt:lpwstr>Cisco Confidential</vt:lpwstr>
  </property>
  <property fmtid="{D5CDD505-2E9C-101B-9397-08002B2CF9AE}" pid="8" name="MSIP_Label_c8f49a32-fde3-48a5-9266-b5b0972a22dc_SiteId">
    <vt:lpwstr>5ae1af62-9505-4097-a69a-c1553ef7840e</vt:lpwstr>
  </property>
  <property fmtid="{D5CDD505-2E9C-101B-9397-08002B2CF9AE}" pid="9" name="MSIP_Label_c8f49a32-fde3-48a5-9266-b5b0972a22dc_ActionId">
    <vt:lpwstr>224c75fd-12a9-4bf8-b43b-1e0b356ab28e</vt:lpwstr>
  </property>
  <property fmtid="{D5CDD505-2E9C-101B-9397-08002B2CF9AE}" pid="10" name="MSIP_Label_c8f49a32-fde3-48a5-9266-b5b0972a22dc_ContentBits">
    <vt:lpwstr>2</vt:lpwstr>
  </property>
  <property fmtid="{D5CDD505-2E9C-101B-9397-08002B2CF9AE}" pid="11" name="MSIP_Label_c8f49a32-fde3-48a5-9266-b5b0972a22dc_Tag">
    <vt:lpwstr>10, 3, 0, 1</vt:lpwstr>
  </property>
  <property fmtid="{D5CDD505-2E9C-101B-9397-08002B2CF9AE}" pid="12" name="ClassificationContentMarkingFooterLocations">
    <vt:lpwstr>Custom:8</vt:lpwstr>
  </property>
  <property fmtid="{D5CDD505-2E9C-101B-9397-08002B2CF9AE}" pid="13" name="ClassificationContentMarkingFooterText">
    <vt:lpwstr>Cisco Confidential</vt:lpwstr>
  </property>
</Properties>
</file>