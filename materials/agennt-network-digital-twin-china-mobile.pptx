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  <p:sldMasterId id="2147483662" r:id="rId3"/>
  </p:sldMasterIdLst>
  <p:notesMasterIdLst>
    <p:notesMasterId r:id="rId9"/>
  </p:notesMasterIdLst>
  <p:sldIdLst>
    <p:sldId id="256" r:id="rId4"/>
    <p:sldId id="276" r:id="rId5"/>
    <p:sldId id="277" r:id="rId6"/>
    <p:sldId id="278" r:id="rId7"/>
    <p:sldId id="269" r:id="rId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17DAFE-2318-49B0-B722-C326ABB869CF}" v="1" dt="2025-09-24T11:57:30.8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3015" autoAdjust="0"/>
  </p:normalViewPr>
  <p:slideViewPr>
    <p:cSldViewPr snapToGrid="0">
      <p:cViewPr varScale="1">
        <p:scale>
          <a:sx n="103" d="100"/>
          <a:sy n="103" d="100"/>
        </p:scale>
        <p:origin x="7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viewProps" Target="viewProps.xml"/><Relationship Id="rId5" Type="http://schemas.openxmlformats.org/officeDocument/2006/relationships/slide" Target="slides/slide2.xml"/><Relationship Id="rId15" Type="http://schemas.microsoft.com/office/2016/11/relationships/changesInfo" Target="changesInfos/changesInfo1.xml"/><Relationship Id="rId10" Type="http://schemas.openxmlformats.org/officeDocument/2006/relationships/presProps" Target="presProps.xml"/><Relationship Id="rId4" Type="http://schemas.openxmlformats.org/officeDocument/2006/relationships/slide" Target="slides/slide1.xml"/><Relationship Id="rId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UCADAIR Mohamed INNOV/NET" userId="2acbca90-6db1-4111-98c4-832797dda751" providerId="ADAL" clId="{D317DAFE-2318-49B0-B722-C326ABB869CF}"/>
    <pc:docChg chg="undo custSel modSld">
      <pc:chgData name="BOUCADAIR Mohamed INNOV/NET" userId="2acbca90-6db1-4111-98c4-832797dda751" providerId="ADAL" clId="{D317DAFE-2318-49B0-B722-C326ABB869CF}" dt="2025-09-24T12:04:50.827" v="899" actId="6549"/>
      <pc:docMkLst>
        <pc:docMk/>
      </pc:docMkLst>
      <pc:sldChg chg="modSp mod">
        <pc:chgData name="BOUCADAIR Mohamed INNOV/NET" userId="2acbca90-6db1-4111-98c4-832797dda751" providerId="ADAL" clId="{D317DAFE-2318-49B0-B722-C326ABB869CF}" dt="2025-09-24T11:52:59.633" v="139" actId="20577"/>
        <pc:sldMkLst>
          <pc:docMk/>
          <pc:sldMk cId="3599276688" sldId="257"/>
        </pc:sldMkLst>
        <pc:spChg chg="mod">
          <ac:chgData name="BOUCADAIR Mohamed INNOV/NET" userId="2acbca90-6db1-4111-98c4-832797dda751" providerId="ADAL" clId="{D317DAFE-2318-49B0-B722-C326ABB869CF}" dt="2025-09-24T11:52:59.633" v="139" actId="20577"/>
          <ac:spMkLst>
            <pc:docMk/>
            <pc:sldMk cId="3599276688" sldId="257"/>
            <ac:spMk id="2" creationId="{00000000-0000-0000-0000-000000000000}"/>
          </ac:spMkLst>
        </pc:spChg>
        <pc:spChg chg="mod">
          <ac:chgData name="BOUCADAIR Mohamed INNOV/NET" userId="2acbca90-6db1-4111-98c4-832797dda751" providerId="ADAL" clId="{D317DAFE-2318-49B0-B722-C326ABB869CF}" dt="2025-09-24T11:52:46.913" v="131" actId="207"/>
          <ac:spMkLst>
            <pc:docMk/>
            <pc:sldMk cId="3599276688" sldId="257"/>
            <ac:spMk id="3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1:58:58.623" v="654" actId="20577"/>
        <pc:sldMkLst>
          <pc:docMk/>
          <pc:sldMk cId="1383571002" sldId="259"/>
        </pc:sldMkLst>
        <pc:spChg chg="mod">
          <ac:chgData name="BOUCADAIR Mohamed INNOV/NET" userId="2acbca90-6db1-4111-98c4-832797dda751" providerId="ADAL" clId="{D317DAFE-2318-49B0-B722-C326ABB869CF}" dt="2025-09-24T11:58:58.623" v="654" actId="20577"/>
          <ac:spMkLst>
            <pc:docMk/>
            <pc:sldMk cId="1383571002" sldId="259"/>
            <ac:spMk id="3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2:02:09.385" v="751" actId="6549"/>
        <pc:sldMkLst>
          <pc:docMk/>
          <pc:sldMk cId="679788870" sldId="263"/>
        </pc:sldMkLst>
        <pc:spChg chg="mod">
          <ac:chgData name="BOUCADAIR Mohamed INNOV/NET" userId="2acbca90-6db1-4111-98c4-832797dda751" providerId="ADAL" clId="{D317DAFE-2318-49B0-B722-C326ABB869CF}" dt="2025-09-24T12:02:09.385" v="751" actId="6549"/>
          <ac:spMkLst>
            <pc:docMk/>
            <pc:sldMk cId="679788870" sldId="263"/>
            <ac:spMk id="3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1:59:49.827" v="659" actId="20577"/>
        <pc:sldMkLst>
          <pc:docMk/>
          <pc:sldMk cId="2543982826" sldId="264"/>
        </pc:sldMkLst>
        <pc:spChg chg="mod">
          <ac:chgData name="BOUCADAIR Mohamed INNOV/NET" userId="2acbca90-6db1-4111-98c4-832797dda751" providerId="ADAL" clId="{D317DAFE-2318-49B0-B722-C326ABB869CF}" dt="2025-09-24T11:59:49.827" v="659" actId="20577"/>
          <ac:spMkLst>
            <pc:docMk/>
            <pc:sldMk cId="2543982826" sldId="264"/>
            <ac:spMk id="3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1:51:14.844" v="17" actId="20577"/>
        <pc:sldMkLst>
          <pc:docMk/>
          <pc:sldMk cId="3488694292" sldId="265"/>
        </pc:sldMkLst>
        <pc:spChg chg="mod">
          <ac:chgData name="BOUCADAIR Mohamed INNOV/NET" userId="2acbca90-6db1-4111-98c4-832797dda751" providerId="ADAL" clId="{D317DAFE-2318-49B0-B722-C326ABB869CF}" dt="2025-09-24T11:51:14.844" v="17" actId="20577"/>
          <ac:spMkLst>
            <pc:docMk/>
            <pc:sldMk cId="3488694292" sldId="265"/>
            <ac:spMk id="3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2:03:25.226" v="853" actId="20577"/>
        <pc:sldMkLst>
          <pc:docMk/>
          <pc:sldMk cId="897447198" sldId="266"/>
        </pc:sldMkLst>
        <pc:spChg chg="mod">
          <ac:chgData name="BOUCADAIR Mohamed INNOV/NET" userId="2acbca90-6db1-4111-98c4-832797dda751" providerId="ADAL" clId="{D317DAFE-2318-49B0-B722-C326ABB869CF}" dt="2025-09-24T12:02:21.165" v="755" actId="20577"/>
          <ac:spMkLst>
            <pc:docMk/>
            <pc:sldMk cId="897447198" sldId="266"/>
            <ac:spMk id="2" creationId="{00000000-0000-0000-0000-000000000000}"/>
          </ac:spMkLst>
        </pc:spChg>
        <pc:spChg chg="mod">
          <ac:chgData name="BOUCADAIR Mohamed INNOV/NET" userId="2acbca90-6db1-4111-98c4-832797dda751" providerId="ADAL" clId="{D317DAFE-2318-49B0-B722-C326ABB869CF}" dt="2025-09-24T12:03:25.226" v="853" actId="20577"/>
          <ac:spMkLst>
            <pc:docMk/>
            <pc:sldMk cId="897447198" sldId="266"/>
            <ac:spMk id="3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2:03:45.466" v="866" actId="20577"/>
        <pc:sldMkLst>
          <pc:docMk/>
          <pc:sldMk cId="1027470955" sldId="267"/>
        </pc:sldMkLst>
        <pc:spChg chg="mod">
          <ac:chgData name="BOUCADAIR Mohamed INNOV/NET" userId="2acbca90-6db1-4111-98c4-832797dda751" providerId="ADAL" clId="{D317DAFE-2318-49B0-B722-C326ABB869CF}" dt="2025-09-24T12:03:45.466" v="866" actId="20577"/>
          <ac:spMkLst>
            <pc:docMk/>
            <pc:sldMk cId="1027470955" sldId="267"/>
            <ac:spMk id="2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2:00:31.887" v="663" actId="6549"/>
        <pc:sldMkLst>
          <pc:docMk/>
          <pc:sldMk cId="4166193336" sldId="268"/>
        </pc:sldMkLst>
        <pc:spChg chg="mod">
          <ac:chgData name="BOUCADAIR Mohamed INNOV/NET" userId="2acbca90-6db1-4111-98c4-832797dda751" providerId="ADAL" clId="{D317DAFE-2318-49B0-B722-C326ABB869CF}" dt="2025-09-24T12:00:31.887" v="663" actId="6549"/>
          <ac:spMkLst>
            <pc:docMk/>
            <pc:sldMk cId="4166193336" sldId="268"/>
            <ac:spMk id="3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1:50:20.504" v="13" actId="207"/>
        <pc:sldMkLst>
          <pc:docMk/>
          <pc:sldMk cId="784839858" sldId="270"/>
        </pc:sldMkLst>
        <pc:spChg chg="mod">
          <ac:chgData name="BOUCADAIR Mohamed INNOV/NET" userId="2acbca90-6db1-4111-98c4-832797dda751" providerId="ADAL" clId="{D317DAFE-2318-49B0-B722-C326ABB869CF}" dt="2025-09-24T11:50:20.504" v="13" actId="207"/>
          <ac:spMkLst>
            <pc:docMk/>
            <pc:sldMk cId="784839858" sldId="270"/>
            <ac:spMk id="3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2:04:50.827" v="899" actId="6549"/>
        <pc:sldMkLst>
          <pc:docMk/>
          <pc:sldMk cId="2252528813" sldId="271"/>
        </pc:sldMkLst>
        <pc:spChg chg="mod">
          <ac:chgData name="BOUCADAIR Mohamed INNOV/NET" userId="2acbca90-6db1-4111-98c4-832797dda751" providerId="ADAL" clId="{D317DAFE-2318-49B0-B722-C326ABB869CF}" dt="2025-09-24T12:03:54.536" v="874" actId="20577"/>
          <ac:spMkLst>
            <pc:docMk/>
            <pc:sldMk cId="2252528813" sldId="271"/>
            <ac:spMk id="2" creationId="{00000000-0000-0000-0000-000000000000}"/>
          </ac:spMkLst>
        </pc:spChg>
        <pc:spChg chg="mod">
          <ac:chgData name="BOUCADAIR Mohamed INNOV/NET" userId="2acbca90-6db1-4111-98c4-832797dda751" providerId="ADAL" clId="{D317DAFE-2318-49B0-B722-C326ABB869CF}" dt="2025-09-24T12:04:50.827" v="899" actId="6549"/>
          <ac:spMkLst>
            <pc:docMk/>
            <pc:sldMk cId="2252528813" sldId="271"/>
            <ac:spMk id="3" creationId="{00000000-0000-0000-0000-000000000000}"/>
          </ac:spMkLst>
        </pc:spChg>
      </pc:sldChg>
      <pc:sldChg chg="modSp mod">
        <pc:chgData name="BOUCADAIR Mohamed INNOV/NET" userId="2acbca90-6db1-4111-98c4-832797dda751" providerId="ADAL" clId="{D317DAFE-2318-49B0-B722-C326ABB869CF}" dt="2025-09-24T11:55:22.883" v="340" actId="207"/>
        <pc:sldMkLst>
          <pc:docMk/>
          <pc:sldMk cId="1985429317" sldId="272"/>
        </pc:sldMkLst>
        <pc:spChg chg="mod">
          <ac:chgData name="BOUCADAIR Mohamed INNOV/NET" userId="2acbca90-6db1-4111-98c4-832797dda751" providerId="ADAL" clId="{D317DAFE-2318-49B0-B722-C326ABB869CF}" dt="2025-09-24T11:55:22.883" v="340" actId="207"/>
          <ac:spMkLst>
            <pc:docMk/>
            <pc:sldMk cId="1985429317" sldId="27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01F1E4-5755-4D78-A006-1AE1FC2809E1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1935B6-C808-463C-B135-AEB5078479B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9586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51935B6-C808-463C-B135-AEB5078479B9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64290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251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440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11297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5378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9823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22918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890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1490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86476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4619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4620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8890" y="456134"/>
            <a:ext cx="10736446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29"/>
              </a:lnSpc>
              <a:spcBef>
                <a:spcPts val="0"/>
              </a:spcBef>
              <a:buNone/>
              <a:defRPr sz="31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662" indent="0" algn="ctr">
              <a:buNone/>
              <a:defRPr sz="2597"/>
            </a:lvl2pPr>
            <a:lvl3pPr marL="1187323" indent="0" algn="ctr">
              <a:buNone/>
              <a:defRPr sz="2337"/>
            </a:lvl3pPr>
            <a:lvl4pPr marL="1780986" indent="0" algn="ctr">
              <a:buNone/>
              <a:defRPr sz="2078"/>
            </a:lvl4pPr>
            <a:lvl5pPr marL="2374648" indent="0" algn="ctr">
              <a:buNone/>
              <a:defRPr sz="2078"/>
            </a:lvl5pPr>
            <a:lvl6pPr marL="2968309" indent="0" algn="ctr">
              <a:buNone/>
              <a:defRPr sz="2078"/>
            </a:lvl6pPr>
            <a:lvl7pPr marL="3561971" indent="0" algn="ctr">
              <a:buNone/>
              <a:defRPr sz="2078"/>
            </a:lvl7pPr>
            <a:lvl8pPr marL="4155634" indent="0" algn="ctr">
              <a:buNone/>
              <a:defRPr sz="2078"/>
            </a:lvl8pPr>
            <a:lvl9pPr marL="4749295" indent="0" algn="ctr">
              <a:buNone/>
              <a:defRPr sz="2078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xmlns="" id="{CA8B3F0C-616F-224A-B32F-9F9BF5EEE1BC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725738" y="1512876"/>
            <a:ext cx="10729365" cy="4690459"/>
          </a:xfrm>
          <a:prstGeom prst="rect">
            <a:avLst/>
          </a:prstGeom>
        </p:spPr>
        <p:txBody>
          <a:bodyPr lIns="0" tIns="0" rIns="0" bIns="0"/>
          <a:lstStyle>
            <a:lvl1pPr marL="17931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 sz="1799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8894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7605" algn="ctr"/>
              </a:tabLst>
              <a:defRPr sz="1599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2pPr>
            <a:lvl3pPr marL="1098136" marR="0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7605" algn="ctr"/>
              </a:tabLst>
              <a:defRPr sz="1298" baseline="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4pPr>
            <a:lvl5pPr marL="525640" indent="-171091">
              <a:buFont typeface="Arial" panose="020B0604020202020204" pitchFamily="34" charset="0"/>
              <a:buChar char="•"/>
              <a:tabLst>
                <a:tab pos="1207937" algn="ctr"/>
              </a:tabLst>
              <a:defRPr sz="1298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  <a:p>
            <a:pPr marL="328894" marR="0" lvl="1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r>
              <a:rPr lang="zh-CN" altLang="en-US" dirty="0"/>
              <a:t>单击此处添加文本</a:t>
            </a:r>
            <a:endParaRPr lang="en-US" dirty="0"/>
          </a:p>
          <a:p>
            <a:pPr marL="1098136" marR="0" lvl="2" indent="-168208" algn="l" defTabSz="118732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Arial" panose="020B0604020202020204" pitchFamily="34" charset="0"/>
              <a:buChar char="•"/>
              <a:tabLst>
                <a:tab pos="1207605" algn="ctr"/>
              </a:tabLst>
              <a:defRPr/>
            </a:pP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35013303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196F58-16B6-407E-A8A0-CBCB8910BC4A}" type="datetimeFigureOut">
              <a:rPr lang="zh-CN" altLang="en-US" smtClean="0"/>
              <a:t>2026/3/11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95E84C-F462-4DC9-85C9-F9C7326FAE5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99424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112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112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568679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6785A3D6-1271-D247-9E96-1B376F4BE7BE}"/>
              </a:ext>
            </a:extLst>
          </p:cNvPr>
          <p:cNvSpPr txBox="1"/>
          <p:nvPr userDrawn="1"/>
        </p:nvSpPr>
        <p:spPr>
          <a:xfrm>
            <a:off x="1095040" y="6356939"/>
            <a:ext cx="350259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12"/>
            <a:r>
              <a:rPr lang="en-US" altLang="zh-CN" sz="90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Proprietary - Restricted Distribution</a:t>
            </a:r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ABEE2EE-BF4D-7A4A-B3C6-9E47668CCD98}"/>
              </a:ext>
            </a:extLst>
          </p:cNvPr>
          <p:cNvSpPr txBox="1"/>
          <p:nvPr userDrawn="1"/>
        </p:nvSpPr>
        <p:spPr>
          <a:xfrm>
            <a:off x="733845" y="6402807"/>
            <a:ext cx="499534" cy="1384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defTabSz="890493">
              <a:defRPr/>
            </a:pPr>
            <a:fld id="{C3837181-38C6-AD4F-B8BA-B444770388BB}" type="slidenum">
              <a:rPr lang="en-US" sz="900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defTabSz="890493">
                <a:defRPr/>
              </a:pPr>
              <a:t>‹#›</a:t>
            </a:fld>
            <a:endParaRPr lang="en-US" sz="900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8" name="Group 87">
            <a:extLst>
              <a:ext uri="{FF2B5EF4-FFF2-40B4-BE49-F238E27FC236}">
                <a16:creationId xmlns:a16="http://schemas.microsoft.com/office/drawing/2014/main" xmlns="" id="{37333705-F8D6-2847-B3CB-F2FAB51E2A3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2285671" y="2625390"/>
            <a:ext cx="1967204" cy="4233515"/>
            <a:chOff x="5343885" y="-48857"/>
            <a:chExt cx="3271316" cy="7037279"/>
          </a:xfrm>
        </p:grpSpPr>
        <p:sp>
          <p:nvSpPr>
            <p:cNvPr id="89" name="矩形 13">
              <a:extLst>
                <a:ext uri="{FF2B5EF4-FFF2-40B4-BE49-F238E27FC236}">
                  <a16:creationId xmlns:a16="http://schemas.microsoft.com/office/drawing/2014/main" xmlns="" id="{B14DFA89-D483-CF47-82CC-DD86D7CAB09E}"/>
                </a:ext>
              </a:extLst>
            </p:cNvPr>
            <p:cNvSpPr/>
            <p:nvPr userDrawn="1"/>
          </p:nvSpPr>
          <p:spPr>
            <a:xfrm>
              <a:off x="5356401" y="1934171"/>
              <a:ext cx="791510" cy="664397"/>
            </a:xfrm>
            <a:prstGeom prst="rect">
              <a:avLst/>
            </a:prstGeom>
            <a:solidFill>
              <a:srgbClr val="C4005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196/0/84</a:t>
              </a:r>
            </a:p>
          </p:txBody>
        </p:sp>
        <p:sp>
          <p:nvSpPr>
            <p:cNvPr id="90" name="文本框 15">
              <a:extLst>
                <a:ext uri="{FF2B5EF4-FFF2-40B4-BE49-F238E27FC236}">
                  <a16:creationId xmlns:a16="http://schemas.microsoft.com/office/drawing/2014/main" xmlns="" id="{8223ADA0-340A-794B-93B7-24AFF612A719}"/>
                </a:ext>
              </a:extLst>
            </p:cNvPr>
            <p:cNvSpPr txBox="1"/>
            <p:nvPr userDrawn="1"/>
          </p:nvSpPr>
          <p:spPr>
            <a:xfrm>
              <a:off x="5352723" y="1694497"/>
              <a:ext cx="1052647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112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公司辅助色</a:t>
              </a:r>
            </a:p>
          </p:txBody>
        </p:sp>
        <p:sp>
          <p:nvSpPr>
            <p:cNvPr id="91" name="矩形 13">
              <a:extLst>
                <a:ext uri="{FF2B5EF4-FFF2-40B4-BE49-F238E27FC236}">
                  <a16:creationId xmlns:a16="http://schemas.microsoft.com/office/drawing/2014/main" xmlns="" id="{5F63E0E3-4F22-7948-AB1A-40A84ECA92EC}"/>
                </a:ext>
              </a:extLst>
            </p:cNvPr>
            <p:cNvSpPr/>
            <p:nvPr userDrawn="1"/>
          </p:nvSpPr>
          <p:spPr>
            <a:xfrm>
              <a:off x="6184680" y="1934171"/>
              <a:ext cx="791510" cy="664397"/>
            </a:xfrm>
            <a:prstGeom prst="rect">
              <a:avLst/>
            </a:prstGeom>
            <a:solidFill>
              <a:srgbClr val="CB377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203/55/120</a:t>
              </a:r>
            </a:p>
          </p:txBody>
        </p:sp>
        <p:sp>
          <p:nvSpPr>
            <p:cNvPr id="92" name="矩形 13">
              <a:extLst>
                <a:ext uri="{FF2B5EF4-FFF2-40B4-BE49-F238E27FC236}">
                  <a16:creationId xmlns:a16="http://schemas.microsoft.com/office/drawing/2014/main" xmlns="" id="{29C4A3C6-7C7B-7140-8F73-591E9F49143F}"/>
                </a:ext>
              </a:extLst>
            </p:cNvPr>
            <p:cNvSpPr/>
            <p:nvPr userDrawn="1"/>
          </p:nvSpPr>
          <p:spPr>
            <a:xfrm>
              <a:off x="5356401" y="3403061"/>
              <a:ext cx="791510" cy="664397"/>
            </a:xfrm>
            <a:prstGeom prst="rect">
              <a:avLst/>
            </a:prstGeom>
            <a:solidFill>
              <a:srgbClr val="ED6D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237/109/0</a:t>
              </a:r>
            </a:p>
          </p:txBody>
        </p:sp>
        <p:sp>
          <p:nvSpPr>
            <p:cNvPr id="93" name="矩形 13">
              <a:extLst>
                <a:ext uri="{FF2B5EF4-FFF2-40B4-BE49-F238E27FC236}">
                  <a16:creationId xmlns:a16="http://schemas.microsoft.com/office/drawing/2014/main" xmlns="" id="{BE4C9A8D-46B0-5B40-BC47-DB6C4899227F}"/>
                </a:ext>
              </a:extLst>
            </p:cNvPr>
            <p:cNvSpPr/>
            <p:nvPr userDrawn="1"/>
          </p:nvSpPr>
          <p:spPr>
            <a:xfrm>
              <a:off x="6184680" y="2673360"/>
              <a:ext cx="791510" cy="664397"/>
            </a:xfrm>
            <a:prstGeom prst="rect">
              <a:avLst/>
            </a:prstGeom>
            <a:solidFill>
              <a:srgbClr val="99363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153/54/54</a:t>
              </a:r>
            </a:p>
          </p:txBody>
        </p:sp>
        <p:sp>
          <p:nvSpPr>
            <p:cNvPr id="94" name="矩形 13">
              <a:extLst>
                <a:ext uri="{FF2B5EF4-FFF2-40B4-BE49-F238E27FC236}">
                  <a16:creationId xmlns:a16="http://schemas.microsoft.com/office/drawing/2014/main" xmlns="" id="{612F2ED4-F7A4-9E48-95E1-8D07B3BBE962}"/>
                </a:ext>
              </a:extLst>
            </p:cNvPr>
            <p:cNvSpPr/>
            <p:nvPr userDrawn="1"/>
          </p:nvSpPr>
          <p:spPr>
            <a:xfrm>
              <a:off x="5356401" y="4866463"/>
              <a:ext cx="791510" cy="664397"/>
            </a:xfrm>
            <a:prstGeom prst="rect">
              <a:avLst/>
            </a:prstGeom>
            <a:solidFill>
              <a:srgbClr val="62B23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98/178/48</a:t>
              </a:r>
            </a:p>
          </p:txBody>
        </p:sp>
        <p:sp>
          <p:nvSpPr>
            <p:cNvPr id="95" name="矩形 13">
              <a:extLst>
                <a:ext uri="{FF2B5EF4-FFF2-40B4-BE49-F238E27FC236}">
                  <a16:creationId xmlns:a16="http://schemas.microsoft.com/office/drawing/2014/main" xmlns="" id="{A9E1D476-C288-8945-A68A-1F20C557294B}"/>
                </a:ext>
              </a:extLst>
            </p:cNvPr>
            <p:cNvSpPr/>
            <p:nvPr userDrawn="1"/>
          </p:nvSpPr>
          <p:spPr>
            <a:xfrm>
              <a:off x="6184680" y="3415851"/>
              <a:ext cx="791510" cy="664397"/>
            </a:xfrm>
            <a:prstGeom prst="rect">
              <a:avLst/>
            </a:prstGeom>
            <a:solidFill>
              <a:srgbClr val="F2894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242/137/68</a:t>
              </a:r>
              <a:endParaRPr kumimoji="1" lang="mr-IN" altLang="zh-CN" sz="500" b="1" dirty="0">
                <a:solidFill>
                  <a:srgbClr val="FFFFFF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96" name="矩形 13">
              <a:extLst>
                <a:ext uri="{FF2B5EF4-FFF2-40B4-BE49-F238E27FC236}">
                  <a16:creationId xmlns:a16="http://schemas.microsoft.com/office/drawing/2014/main" xmlns="" id="{42823EBB-E62E-F149-AC9A-09950051F283}"/>
                </a:ext>
              </a:extLst>
            </p:cNvPr>
            <p:cNvSpPr/>
            <p:nvPr userDrawn="1"/>
          </p:nvSpPr>
          <p:spPr>
            <a:xfrm>
              <a:off x="5353240" y="184963"/>
              <a:ext cx="791510" cy="664397"/>
            </a:xfrm>
            <a:prstGeom prst="rect">
              <a:avLst/>
            </a:prstGeom>
            <a:solidFill>
              <a:srgbClr val="C7000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185C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199/0/11  </a:t>
              </a:r>
            </a:p>
          </p:txBody>
        </p:sp>
        <p:sp>
          <p:nvSpPr>
            <p:cNvPr id="97" name="文本框 15">
              <a:extLst>
                <a:ext uri="{FF2B5EF4-FFF2-40B4-BE49-F238E27FC236}">
                  <a16:creationId xmlns:a16="http://schemas.microsoft.com/office/drawing/2014/main" xmlns="" id="{EA01C299-6FF2-3642-AAEC-A1DF62D9C654}"/>
                </a:ext>
              </a:extLst>
            </p:cNvPr>
            <p:cNvSpPr txBox="1"/>
            <p:nvPr userDrawn="1"/>
          </p:nvSpPr>
          <p:spPr>
            <a:xfrm>
              <a:off x="5343885" y="-48857"/>
              <a:ext cx="726488" cy="204645"/>
            </a:xfrm>
            <a:prstGeom prst="rect">
              <a:avLst/>
            </a:prstGeom>
            <a:noFill/>
          </p:spPr>
          <p:txBody>
            <a:bodyPr wrap="square" lIns="0" tIns="0" rIns="0" bIns="0" rtlCol="0" anchor="b" anchorCtr="0">
              <a:spAutoFit/>
            </a:bodyPr>
            <a:lstStyle/>
            <a:p>
              <a:pPr defTabSz="914112"/>
              <a:r>
                <a:rPr kumimoji="1" lang="zh-CN" altLang="en-US" sz="800" dirty="0">
                  <a:solidFill>
                    <a:srgbClr val="1D1D1A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</a:rPr>
                <a:t>公司色</a:t>
              </a:r>
            </a:p>
          </p:txBody>
        </p:sp>
        <p:sp>
          <p:nvSpPr>
            <p:cNvPr id="98" name="矩形 13">
              <a:extLst>
                <a:ext uri="{FF2B5EF4-FFF2-40B4-BE49-F238E27FC236}">
                  <a16:creationId xmlns:a16="http://schemas.microsoft.com/office/drawing/2014/main" xmlns="" id="{B84AB502-165F-764A-9621-65CA8CBBEAEA}"/>
                </a:ext>
              </a:extLst>
            </p:cNvPr>
            <p:cNvSpPr/>
            <p:nvPr userDrawn="1"/>
          </p:nvSpPr>
          <p:spPr>
            <a:xfrm>
              <a:off x="5352600" y="918047"/>
              <a:ext cx="791510" cy="664397"/>
            </a:xfrm>
            <a:prstGeom prst="rect">
              <a:avLst/>
            </a:prstGeom>
            <a:solidFill>
              <a:srgbClr val="C8102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PANTONE 186C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200/16/46  </a:t>
              </a:r>
            </a:p>
          </p:txBody>
        </p:sp>
        <p:sp>
          <p:nvSpPr>
            <p:cNvPr id="99" name="矩形 13">
              <a:extLst>
                <a:ext uri="{FF2B5EF4-FFF2-40B4-BE49-F238E27FC236}">
                  <a16:creationId xmlns:a16="http://schemas.microsoft.com/office/drawing/2014/main" xmlns="" id="{CB8870E8-3E95-764C-B621-A168E194CC7A}"/>
                </a:ext>
              </a:extLst>
            </p:cNvPr>
            <p:cNvSpPr/>
            <p:nvPr userDrawn="1"/>
          </p:nvSpPr>
          <p:spPr>
            <a:xfrm>
              <a:off x="5354164" y="2665974"/>
              <a:ext cx="791510" cy="664397"/>
            </a:xfrm>
            <a:prstGeom prst="rect">
              <a:avLst/>
            </a:prstGeom>
            <a:solidFill>
              <a:srgbClr val="7F000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127/0/1</a:t>
              </a:r>
            </a:p>
          </p:txBody>
        </p:sp>
        <p:sp>
          <p:nvSpPr>
            <p:cNvPr id="100" name="矩形 13">
              <a:extLst>
                <a:ext uri="{FF2B5EF4-FFF2-40B4-BE49-F238E27FC236}">
                  <a16:creationId xmlns:a16="http://schemas.microsoft.com/office/drawing/2014/main" xmlns="" id="{356EF69A-1936-544F-A95F-0664F4E186D5}"/>
                </a:ext>
              </a:extLst>
            </p:cNvPr>
            <p:cNvSpPr/>
            <p:nvPr userDrawn="1"/>
          </p:nvSpPr>
          <p:spPr>
            <a:xfrm>
              <a:off x="5354164" y="4134866"/>
              <a:ext cx="791510" cy="664397"/>
            </a:xfrm>
            <a:prstGeom prst="rect">
              <a:avLst/>
            </a:prstGeom>
            <a:solidFill>
              <a:srgbClr val="FCC8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52/200/0</a:t>
              </a:r>
            </a:p>
          </p:txBody>
        </p:sp>
        <p:sp>
          <p:nvSpPr>
            <p:cNvPr id="101" name="矩形 13">
              <a:extLst>
                <a:ext uri="{FF2B5EF4-FFF2-40B4-BE49-F238E27FC236}">
                  <a16:creationId xmlns:a16="http://schemas.microsoft.com/office/drawing/2014/main" xmlns="" id="{03EBAB43-95A5-1C4A-8458-B86EB3D51FCA}"/>
                </a:ext>
              </a:extLst>
            </p:cNvPr>
            <p:cNvSpPr/>
            <p:nvPr userDrawn="1"/>
          </p:nvSpPr>
          <p:spPr>
            <a:xfrm>
              <a:off x="5354164" y="5596166"/>
              <a:ext cx="791510" cy="664397"/>
            </a:xfrm>
            <a:prstGeom prst="rect">
              <a:avLst/>
            </a:prstGeom>
            <a:solidFill>
              <a:srgbClr val="30B5C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48/181/197</a:t>
              </a:r>
            </a:p>
          </p:txBody>
        </p:sp>
        <p:sp>
          <p:nvSpPr>
            <p:cNvPr id="102" name="矩形 13">
              <a:extLst>
                <a:ext uri="{FF2B5EF4-FFF2-40B4-BE49-F238E27FC236}">
                  <a16:creationId xmlns:a16="http://schemas.microsoft.com/office/drawing/2014/main" xmlns="" id="{371A8520-F934-304C-B57F-B49F768694E2}"/>
                </a:ext>
              </a:extLst>
            </p:cNvPr>
            <p:cNvSpPr/>
            <p:nvPr userDrawn="1"/>
          </p:nvSpPr>
          <p:spPr>
            <a:xfrm>
              <a:off x="6184543" y="4866463"/>
              <a:ext cx="791510" cy="664398"/>
            </a:xfrm>
            <a:prstGeom prst="rect">
              <a:avLst/>
            </a:prstGeom>
            <a:solidFill>
              <a:srgbClr val="81C15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129/193/95</a:t>
              </a:r>
            </a:p>
          </p:txBody>
        </p:sp>
        <p:sp>
          <p:nvSpPr>
            <p:cNvPr id="103" name="矩形 13">
              <a:extLst>
                <a:ext uri="{FF2B5EF4-FFF2-40B4-BE49-F238E27FC236}">
                  <a16:creationId xmlns:a16="http://schemas.microsoft.com/office/drawing/2014/main" xmlns="" id="{B83004D7-279B-C14E-9FCF-870FA1B74FDF}"/>
                </a:ext>
              </a:extLst>
            </p:cNvPr>
            <p:cNvSpPr/>
            <p:nvPr userDrawn="1"/>
          </p:nvSpPr>
          <p:spPr>
            <a:xfrm>
              <a:off x="6182308" y="4134866"/>
              <a:ext cx="791510" cy="664398"/>
            </a:xfrm>
            <a:prstGeom prst="rect">
              <a:avLst/>
            </a:prstGeom>
            <a:solidFill>
              <a:srgbClr val="FDD35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253/211/81</a:t>
              </a:r>
            </a:p>
          </p:txBody>
        </p:sp>
        <p:sp>
          <p:nvSpPr>
            <p:cNvPr id="104" name="矩形 13">
              <a:extLst>
                <a:ext uri="{FF2B5EF4-FFF2-40B4-BE49-F238E27FC236}">
                  <a16:creationId xmlns:a16="http://schemas.microsoft.com/office/drawing/2014/main" xmlns="" id="{99635968-4E69-CC41-9D78-6DF253FE3035}"/>
                </a:ext>
              </a:extLst>
            </p:cNvPr>
            <p:cNvSpPr/>
            <p:nvPr userDrawn="1"/>
          </p:nvSpPr>
          <p:spPr>
            <a:xfrm>
              <a:off x="6177324" y="5596166"/>
              <a:ext cx="791510" cy="664398"/>
            </a:xfrm>
            <a:prstGeom prst="rect">
              <a:avLst/>
            </a:prstGeom>
            <a:solidFill>
              <a:srgbClr val="56C4D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86/196/210</a:t>
              </a:r>
            </a:p>
          </p:txBody>
        </p:sp>
        <p:sp>
          <p:nvSpPr>
            <p:cNvPr id="105" name="矩形 13">
              <a:extLst>
                <a:ext uri="{FF2B5EF4-FFF2-40B4-BE49-F238E27FC236}">
                  <a16:creationId xmlns:a16="http://schemas.microsoft.com/office/drawing/2014/main" xmlns="" id="{BDBE4949-07B7-F046-AD95-68E4B0C11CCD}"/>
                </a:ext>
              </a:extLst>
            </p:cNvPr>
            <p:cNvSpPr/>
            <p:nvPr/>
          </p:nvSpPr>
          <p:spPr>
            <a:xfrm>
              <a:off x="6186245" y="184963"/>
              <a:ext cx="791510" cy="664397"/>
            </a:xfrm>
            <a:prstGeom prst="rect">
              <a:avLst/>
            </a:prstGeom>
            <a:solidFill>
              <a:srgbClr val="D3394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211/57/65</a:t>
              </a:r>
            </a:p>
          </p:txBody>
        </p:sp>
        <p:sp>
          <p:nvSpPr>
            <p:cNvPr id="106" name="矩形 13">
              <a:extLst>
                <a:ext uri="{FF2B5EF4-FFF2-40B4-BE49-F238E27FC236}">
                  <a16:creationId xmlns:a16="http://schemas.microsoft.com/office/drawing/2014/main" xmlns="" id="{AA9F9E00-6A31-F14B-A2E4-79908835FD14}"/>
                </a:ext>
              </a:extLst>
            </p:cNvPr>
            <p:cNvSpPr/>
            <p:nvPr/>
          </p:nvSpPr>
          <p:spPr>
            <a:xfrm>
              <a:off x="6185604" y="918047"/>
              <a:ext cx="791510" cy="664397"/>
            </a:xfrm>
            <a:prstGeom prst="rect">
              <a:avLst/>
            </a:prstGeom>
            <a:solidFill>
              <a:srgbClr val="D3385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211/56/89</a:t>
              </a:r>
            </a:p>
          </p:txBody>
        </p:sp>
        <p:sp>
          <p:nvSpPr>
            <p:cNvPr id="107" name="矩形 13">
              <a:extLst>
                <a:ext uri="{FF2B5EF4-FFF2-40B4-BE49-F238E27FC236}">
                  <a16:creationId xmlns:a16="http://schemas.microsoft.com/office/drawing/2014/main" xmlns="" id="{38715A31-485E-B744-B409-43F9F04B48F7}"/>
                </a:ext>
              </a:extLst>
            </p:cNvPr>
            <p:cNvSpPr/>
            <p:nvPr/>
          </p:nvSpPr>
          <p:spPr>
            <a:xfrm>
              <a:off x="6996262" y="1934171"/>
              <a:ext cx="791510" cy="664397"/>
            </a:xfrm>
            <a:prstGeom prst="rect">
              <a:avLst/>
            </a:prstGeom>
            <a:solidFill>
              <a:srgbClr val="DD80A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221/128/170</a:t>
              </a:r>
            </a:p>
          </p:txBody>
        </p:sp>
        <p:sp>
          <p:nvSpPr>
            <p:cNvPr id="108" name="矩形 13">
              <a:extLst>
                <a:ext uri="{FF2B5EF4-FFF2-40B4-BE49-F238E27FC236}">
                  <a16:creationId xmlns:a16="http://schemas.microsoft.com/office/drawing/2014/main" xmlns="" id="{4AE1609B-25DD-2C4A-B05B-D18ADBC39C71}"/>
                </a:ext>
              </a:extLst>
            </p:cNvPr>
            <p:cNvSpPr/>
            <p:nvPr/>
          </p:nvSpPr>
          <p:spPr>
            <a:xfrm>
              <a:off x="6996262" y="2673360"/>
              <a:ext cx="791510" cy="664397"/>
            </a:xfrm>
            <a:prstGeom prst="rect">
              <a:avLst/>
            </a:prstGeom>
            <a:solidFill>
              <a:srgbClr val="BF80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191/128/130</a:t>
              </a:r>
            </a:p>
          </p:txBody>
        </p:sp>
        <p:sp>
          <p:nvSpPr>
            <p:cNvPr id="109" name="矩形 13">
              <a:extLst>
                <a:ext uri="{FF2B5EF4-FFF2-40B4-BE49-F238E27FC236}">
                  <a16:creationId xmlns:a16="http://schemas.microsoft.com/office/drawing/2014/main" xmlns="" id="{ECE90F9F-DBBC-0B49-A42C-8B62397E473E}"/>
                </a:ext>
              </a:extLst>
            </p:cNvPr>
            <p:cNvSpPr/>
            <p:nvPr/>
          </p:nvSpPr>
          <p:spPr>
            <a:xfrm>
              <a:off x="6996262" y="3415851"/>
              <a:ext cx="791510" cy="664397"/>
            </a:xfrm>
            <a:prstGeom prst="rect">
              <a:avLst/>
            </a:prstGeom>
            <a:solidFill>
              <a:srgbClr val="F6B78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246/183/140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0" name="矩形 13">
              <a:extLst>
                <a:ext uri="{FF2B5EF4-FFF2-40B4-BE49-F238E27FC236}">
                  <a16:creationId xmlns:a16="http://schemas.microsoft.com/office/drawing/2014/main" xmlns="" id="{D5B387BA-F8B8-B54E-966E-F24E271747C4}"/>
                </a:ext>
              </a:extLst>
            </p:cNvPr>
            <p:cNvSpPr/>
            <p:nvPr/>
          </p:nvSpPr>
          <p:spPr>
            <a:xfrm>
              <a:off x="7006093" y="4866463"/>
              <a:ext cx="791510" cy="664397"/>
            </a:xfrm>
            <a:prstGeom prst="rect">
              <a:avLst/>
            </a:prstGeom>
            <a:solidFill>
              <a:srgbClr val="AFD89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176/216/156</a:t>
              </a:r>
            </a:p>
          </p:txBody>
        </p:sp>
        <p:sp>
          <p:nvSpPr>
            <p:cNvPr id="111" name="矩形 13">
              <a:extLst>
                <a:ext uri="{FF2B5EF4-FFF2-40B4-BE49-F238E27FC236}">
                  <a16:creationId xmlns:a16="http://schemas.microsoft.com/office/drawing/2014/main" xmlns="" id="{E6C9B99E-8C1C-2B49-B82E-3C754B8E5C02}"/>
                </a:ext>
              </a:extLst>
            </p:cNvPr>
            <p:cNvSpPr/>
            <p:nvPr/>
          </p:nvSpPr>
          <p:spPr>
            <a:xfrm>
              <a:off x="7003856" y="4134866"/>
              <a:ext cx="791510" cy="664397"/>
            </a:xfrm>
            <a:prstGeom prst="rect">
              <a:avLst/>
            </a:prstGeom>
            <a:solidFill>
              <a:srgbClr val="FDE3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253/227/181</a:t>
              </a:r>
            </a:p>
          </p:txBody>
        </p:sp>
        <p:sp>
          <p:nvSpPr>
            <p:cNvPr id="112" name="矩形 13">
              <a:extLst>
                <a:ext uri="{FF2B5EF4-FFF2-40B4-BE49-F238E27FC236}">
                  <a16:creationId xmlns:a16="http://schemas.microsoft.com/office/drawing/2014/main" xmlns="" id="{0106BFA2-9DE1-3A42-A6C6-69BCE0FA34F4}"/>
                </a:ext>
              </a:extLst>
            </p:cNvPr>
            <p:cNvSpPr/>
            <p:nvPr/>
          </p:nvSpPr>
          <p:spPr>
            <a:xfrm>
              <a:off x="7003856" y="5596166"/>
              <a:ext cx="791510" cy="664397"/>
            </a:xfrm>
            <a:prstGeom prst="rect">
              <a:avLst/>
            </a:prstGeom>
            <a:solidFill>
              <a:srgbClr val="94DAE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148/218/226</a:t>
              </a:r>
            </a:p>
          </p:txBody>
        </p:sp>
        <p:sp>
          <p:nvSpPr>
            <p:cNvPr id="113" name="矩形 13">
              <a:extLst>
                <a:ext uri="{FF2B5EF4-FFF2-40B4-BE49-F238E27FC236}">
                  <a16:creationId xmlns:a16="http://schemas.microsoft.com/office/drawing/2014/main" xmlns="" id="{F760C1C5-4342-C346-A7D2-D101978EDF66}"/>
                </a:ext>
              </a:extLst>
            </p:cNvPr>
            <p:cNvSpPr/>
            <p:nvPr/>
          </p:nvSpPr>
          <p:spPr>
            <a:xfrm>
              <a:off x="6997826" y="184963"/>
              <a:ext cx="791510" cy="664397"/>
            </a:xfrm>
            <a:prstGeom prst="rect">
              <a:avLst/>
            </a:prstGeom>
            <a:solidFill>
              <a:srgbClr val="E281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226/129/137</a:t>
              </a:r>
            </a:p>
          </p:txBody>
        </p:sp>
        <p:sp>
          <p:nvSpPr>
            <p:cNvPr id="114" name="矩形 13">
              <a:extLst>
                <a:ext uri="{FF2B5EF4-FFF2-40B4-BE49-F238E27FC236}">
                  <a16:creationId xmlns:a16="http://schemas.microsoft.com/office/drawing/2014/main" xmlns="" id="{5BB50A4A-0B64-7E4C-824C-1EBCA1A992CF}"/>
                </a:ext>
              </a:extLst>
            </p:cNvPr>
            <p:cNvSpPr/>
            <p:nvPr/>
          </p:nvSpPr>
          <p:spPr>
            <a:xfrm>
              <a:off x="6997185" y="918047"/>
              <a:ext cx="791510" cy="664397"/>
            </a:xfrm>
            <a:prstGeom prst="rect">
              <a:avLst/>
            </a:prstGeom>
            <a:solidFill>
              <a:srgbClr val="E2819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226/129/152</a:t>
              </a:r>
            </a:p>
          </p:txBody>
        </p:sp>
        <p:sp>
          <p:nvSpPr>
            <p:cNvPr id="115" name="矩形 13">
              <a:extLst>
                <a:ext uri="{FF2B5EF4-FFF2-40B4-BE49-F238E27FC236}">
                  <a16:creationId xmlns:a16="http://schemas.microsoft.com/office/drawing/2014/main" xmlns="" id="{756A7E25-6C44-8A44-A8C5-61D19BC9EDAF}"/>
                </a:ext>
              </a:extLst>
            </p:cNvPr>
            <p:cNvSpPr/>
            <p:nvPr userDrawn="1"/>
          </p:nvSpPr>
          <p:spPr>
            <a:xfrm>
              <a:off x="7806130" y="1934171"/>
              <a:ext cx="791510" cy="664397"/>
            </a:xfrm>
            <a:prstGeom prst="rect">
              <a:avLst/>
            </a:prstGeom>
            <a:solidFill>
              <a:srgbClr val="EBB3CC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235/179/204</a:t>
              </a:r>
            </a:p>
          </p:txBody>
        </p:sp>
        <p:sp>
          <p:nvSpPr>
            <p:cNvPr id="116" name="矩形 13">
              <a:extLst>
                <a:ext uri="{FF2B5EF4-FFF2-40B4-BE49-F238E27FC236}">
                  <a16:creationId xmlns:a16="http://schemas.microsoft.com/office/drawing/2014/main" xmlns="" id="{96588389-39CD-DF4E-B9AC-92091E25724E}"/>
                </a:ext>
              </a:extLst>
            </p:cNvPr>
            <p:cNvSpPr/>
            <p:nvPr/>
          </p:nvSpPr>
          <p:spPr>
            <a:xfrm>
              <a:off x="7806130" y="2673360"/>
              <a:ext cx="791510" cy="664397"/>
            </a:xfrm>
            <a:prstGeom prst="rect">
              <a:avLst/>
            </a:prstGeom>
            <a:solidFill>
              <a:srgbClr val="D8B3B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  <a:defRPr/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216/179/179</a:t>
              </a:r>
            </a:p>
          </p:txBody>
        </p:sp>
        <p:sp>
          <p:nvSpPr>
            <p:cNvPr id="117" name="矩形 13">
              <a:extLst>
                <a:ext uri="{FF2B5EF4-FFF2-40B4-BE49-F238E27FC236}">
                  <a16:creationId xmlns:a16="http://schemas.microsoft.com/office/drawing/2014/main" xmlns="" id="{20725C9F-31AE-DB44-B70A-B4ECDEC0BC00}"/>
                </a:ext>
              </a:extLst>
            </p:cNvPr>
            <p:cNvSpPr/>
            <p:nvPr/>
          </p:nvSpPr>
          <p:spPr>
            <a:xfrm>
              <a:off x="7811114" y="3415851"/>
              <a:ext cx="791510" cy="664398"/>
            </a:xfrm>
            <a:prstGeom prst="rect">
              <a:avLst/>
            </a:prstGeom>
            <a:solidFill>
              <a:srgbClr val="FAD3B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250/211/187</a:t>
              </a:r>
              <a:endParaRPr kumimoji="1" lang="mr-IN" altLang="zh-CN" sz="500" b="1" dirty="0">
                <a:solidFill>
                  <a:srgbClr val="595757"/>
                </a:solidFill>
                <a:latin typeface="Arial" charset="0"/>
                <a:ea typeface="Arial" charset="0"/>
                <a:cs typeface="Arial" charset="0"/>
              </a:endParaRPr>
            </a:p>
          </p:txBody>
        </p:sp>
        <p:sp>
          <p:nvSpPr>
            <p:cNvPr id="118" name="矩形 13">
              <a:extLst>
                <a:ext uri="{FF2B5EF4-FFF2-40B4-BE49-F238E27FC236}">
                  <a16:creationId xmlns:a16="http://schemas.microsoft.com/office/drawing/2014/main" xmlns="" id="{AC5BCC27-B68D-0743-8E0B-E25F8D01C3A4}"/>
                </a:ext>
              </a:extLst>
            </p:cNvPr>
            <p:cNvSpPr/>
            <p:nvPr/>
          </p:nvSpPr>
          <p:spPr>
            <a:xfrm>
              <a:off x="7820945" y="4866463"/>
              <a:ext cx="791510" cy="664398"/>
            </a:xfrm>
            <a:prstGeom prst="rect">
              <a:avLst/>
            </a:prstGeom>
            <a:solidFill>
              <a:srgbClr val="D0E8C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208/232/196</a:t>
              </a:r>
            </a:p>
          </p:txBody>
        </p:sp>
        <p:sp>
          <p:nvSpPr>
            <p:cNvPr id="119" name="矩形 13">
              <a:extLst>
                <a:ext uri="{FF2B5EF4-FFF2-40B4-BE49-F238E27FC236}">
                  <a16:creationId xmlns:a16="http://schemas.microsoft.com/office/drawing/2014/main" xmlns="" id="{51C2E83A-C975-6945-B2FD-5B22BBB53DB7}"/>
                </a:ext>
              </a:extLst>
            </p:cNvPr>
            <p:cNvSpPr/>
            <p:nvPr/>
          </p:nvSpPr>
          <p:spPr>
            <a:xfrm>
              <a:off x="7818707" y="4134866"/>
              <a:ext cx="791510" cy="664398"/>
            </a:xfrm>
            <a:prstGeom prst="rect">
              <a:avLst/>
            </a:prstGeom>
            <a:solidFill>
              <a:srgbClr val="FEEE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254/238/193</a:t>
              </a:r>
            </a:p>
          </p:txBody>
        </p:sp>
        <p:sp>
          <p:nvSpPr>
            <p:cNvPr id="120" name="矩形 13">
              <a:extLst>
                <a:ext uri="{FF2B5EF4-FFF2-40B4-BE49-F238E27FC236}">
                  <a16:creationId xmlns:a16="http://schemas.microsoft.com/office/drawing/2014/main" xmlns="" id="{BEE9A95F-6965-354F-A2C7-2E8C81DDA52F}"/>
                </a:ext>
              </a:extLst>
            </p:cNvPr>
            <p:cNvSpPr/>
            <p:nvPr/>
          </p:nvSpPr>
          <p:spPr>
            <a:xfrm>
              <a:off x="7823691" y="5596166"/>
              <a:ext cx="791510" cy="664398"/>
            </a:xfrm>
            <a:prstGeom prst="rect">
              <a:avLst/>
            </a:prstGeom>
            <a:solidFill>
              <a:srgbClr val="BEE9E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190/233/238</a:t>
              </a:r>
            </a:p>
          </p:txBody>
        </p:sp>
        <p:sp>
          <p:nvSpPr>
            <p:cNvPr id="121" name="矩形 13">
              <a:extLst>
                <a:ext uri="{FF2B5EF4-FFF2-40B4-BE49-F238E27FC236}">
                  <a16:creationId xmlns:a16="http://schemas.microsoft.com/office/drawing/2014/main" xmlns="" id="{509164EB-3DC4-7A4F-9E7C-06EBC981CD0A}"/>
                </a:ext>
              </a:extLst>
            </p:cNvPr>
            <p:cNvSpPr/>
            <p:nvPr/>
          </p:nvSpPr>
          <p:spPr>
            <a:xfrm>
              <a:off x="7807694" y="184963"/>
              <a:ext cx="791510" cy="664397"/>
            </a:xfrm>
            <a:prstGeom prst="rect">
              <a:avLst/>
            </a:prstGeom>
            <a:solidFill>
              <a:srgbClr val="EEB3B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239/178/184</a:t>
              </a:r>
            </a:p>
          </p:txBody>
        </p:sp>
        <p:sp>
          <p:nvSpPr>
            <p:cNvPr id="122" name="矩形 13">
              <a:extLst>
                <a:ext uri="{FF2B5EF4-FFF2-40B4-BE49-F238E27FC236}">
                  <a16:creationId xmlns:a16="http://schemas.microsoft.com/office/drawing/2014/main" xmlns="" id="{667867DD-D3E6-3040-A7B5-39345C0CE2E3}"/>
                </a:ext>
              </a:extLst>
            </p:cNvPr>
            <p:cNvSpPr/>
            <p:nvPr/>
          </p:nvSpPr>
          <p:spPr>
            <a:xfrm>
              <a:off x="7807054" y="918047"/>
              <a:ext cx="791510" cy="664397"/>
            </a:xfrm>
            <a:prstGeom prst="rect">
              <a:avLst/>
            </a:prstGeom>
            <a:solidFill>
              <a:srgbClr val="EEB3C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238/179/193</a:t>
              </a:r>
            </a:p>
          </p:txBody>
        </p:sp>
        <p:sp>
          <p:nvSpPr>
            <p:cNvPr id="123" name="矩形 13">
              <a:extLst>
                <a:ext uri="{FF2B5EF4-FFF2-40B4-BE49-F238E27FC236}">
                  <a16:creationId xmlns:a16="http://schemas.microsoft.com/office/drawing/2014/main" xmlns="" id="{9EE10597-3782-AB46-8453-89FA049C6C46}"/>
                </a:ext>
              </a:extLst>
            </p:cNvPr>
            <p:cNvSpPr/>
            <p:nvPr userDrawn="1"/>
          </p:nvSpPr>
          <p:spPr>
            <a:xfrm>
              <a:off x="5354169" y="6324025"/>
              <a:ext cx="513579" cy="664397"/>
            </a:xfrm>
            <a:prstGeom prst="rect">
              <a:avLst/>
            </a:prstGeom>
            <a:solidFill>
              <a:srgbClr val="2218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0/0/0</a:t>
              </a:r>
            </a:p>
          </p:txBody>
        </p:sp>
        <p:sp>
          <p:nvSpPr>
            <p:cNvPr id="124" name="矩形 13">
              <a:extLst>
                <a:ext uri="{FF2B5EF4-FFF2-40B4-BE49-F238E27FC236}">
                  <a16:creationId xmlns:a16="http://schemas.microsoft.com/office/drawing/2014/main" xmlns="" id="{966B3529-B594-884C-BED0-5887B34BBBB8}"/>
                </a:ext>
              </a:extLst>
            </p:cNvPr>
            <p:cNvSpPr/>
            <p:nvPr userDrawn="1"/>
          </p:nvSpPr>
          <p:spPr>
            <a:xfrm>
              <a:off x="5900626" y="6324025"/>
              <a:ext cx="513579" cy="664397"/>
            </a:xfrm>
            <a:prstGeom prst="rect">
              <a:avLst/>
            </a:prstGeom>
            <a:solidFill>
              <a:srgbClr val="59575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 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89/87/87</a:t>
              </a:r>
            </a:p>
          </p:txBody>
        </p:sp>
        <p:sp>
          <p:nvSpPr>
            <p:cNvPr id="125" name="矩形 13">
              <a:extLst>
                <a:ext uri="{FF2B5EF4-FFF2-40B4-BE49-F238E27FC236}">
                  <a16:creationId xmlns:a16="http://schemas.microsoft.com/office/drawing/2014/main" xmlns="" id="{0B0545C9-147F-584F-80D2-EF13876D7D33}"/>
                </a:ext>
              </a:extLst>
            </p:cNvPr>
            <p:cNvSpPr/>
            <p:nvPr userDrawn="1"/>
          </p:nvSpPr>
          <p:spPr>
            <a:xfrm>
              <a:off x="6445335" y="6324024"/>
              <a:ext cx="513579" cy="664398"/>
            </a:xfrm>
            <a:prstGeom prst="rect">
              <a:avLst/>
            </a:prstGeom>
            <a:solidFill>
              <a:srgbClr val="88888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137/137/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137</a:t>
              </a:r>
            </a:p>
          </p:txBody>
        </p:sp>
        <p:sp>
          <p:nvSpPr>
            <p:cNvPr id="126" name="矩形 13">
              <a:extLst>
                <a:ext uri="{FF2B5EF4-FFF2-40B4-BE49-F238E27FC236}">
                  <a16:creationId xmlns:a16="http://schemas.microsoft.com/office/drawing/2014/main" xmlns="" id="{44FD0A0B-0D45-3340-A523-465AC24134BF}"/>
                </a:ext>
              </a:extLst>
            </p:cNvPr>
            <p:cNvSpPr/>
            <p:nvPr userDrawn="1"/>
          </p:nvSpPr>
          <p:spPr>
            <a:xfrm>
              <a:off x="7003279" y="6324024"/>
              <a:ext cx="513579" cy="664398"/>
            </a:xfrm>
            <a:prstGeom prst="rect">
              <a:avLst/>
            </a:prstGeom>
            <a:solidFill>
              <a:srgbClr val="B5B5B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181/181/</a:t>
              </a:r>
              <a:b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FFFFFF"/>
                  </a:solidFill>
                  <a:latin typeface="Arial" charset="0"/>
                  <a:ea typeface="Arial" charset="0"/>
                  <a:cs typeface="Arial" charset="0"/>
                </a:rPr>
                <a:t>181</a:t>
              </a:r>
            </a:p>
          </p:txBody>
        </p:sp>
        <p:sp>
          <p:nvSpPr>
            <p:cNvPr id="127" name="矩形 13">
              <a:extLst>
                <a:ext uri="{FF2B5EF4-FFF2-40B4-BE49-F238E27FC236}">
                  <a16:creationId xmlns:a16="http://schemas.microsoft.com/office/drawing/2014/main" xmlns="" id="{2C404A07-276B-3648-BB25-4EDB5905448C}"/>
                </a:ext>
              </a:extLst>
            </p:cNvPr>
            <p:cNvSpPr/>
            <p:nvPr userDrawn="1"/>
          </p:nvSpPr>
          <p:spPr>
            <a:xfrm>
              <a:off x="7551547" y="6324024"/>
              <a:ext cx="513579" cy="664398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 221/221/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221</a:t>
              </a:r>
            </a:p>
          </p:txBody>
        </p:sp>
        <p:sp>
          <p:nvSpPr>
            <p:cNvPr id="128" name="矩形 13">
              <a:extLst>
                <a:ext uri="{FF2B5EF4-FFF2-40B4-BE49-F238E27FC236}">
                  <a16:creationId xmlns:a16="http://schemas.microsoft.com/office/drawing/2014/main" xmlns="" id="{72B0F29C-A346-8946-9B8E-8F1B9DFF7AD0}"/>
                </a:ext>
              </a:extLst>
            </p:cNvPr>
            <p:cNvSpPr/>
            <p:nvPr userDrawn="1"/>
          </p:nvSpPr>
          <p:spPr>
            <a:xfrm>
              <a:off x="8098559" y="6324024"/>
              <a:ext cx="513579" cy="664398"/>
            </a:xfrm>
            <a:prstGeom prst="rect">
              <a:avLst/>
            </a:prstGeom>
            <a:solidFill>
              <a:srgbClr val="FFFFFF"/>
            </a:solidFill>
            <a:ln w="6350">
              <a:solidFill>
                <a:srgbClr val="B5B5B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RGB</a:t>
              </a:r>
            </a:p>
            <a:p>
              <a:pPr algn="ctr" defTabSz="914112">
                <a:lnSpc>
                  <a:spcPts val="620"/>
                </a:lnSpc>
              </a:pP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255/255/</a:t>
              </a:r>
              <a:b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</a:br>
              <a:r>
                <a:rPr kumimoji="1" lang="en-US" altLang="zh-CN" sz="500" b="1" dirty="0">
                  <a:solidFill>
                    <a:srgbClr val="595757"/>
                  </a:solidFill>
                  <a:latin typeface="Arial" charset="0"/>
                  <a:ea typeface="Arial" charset="0"/>
                  <a:cs typeface="Arial" charset="0"/>
                </a:rPr>
                <a:t>255</a:t>
              </a:r>
            </a:p>
          </p:txBody>
        </p:sp>
      </p:grpSp>
      <p:pic>
        <p:nvPicPr>
          <p:cNvPr id="47" name="Picture 46">
            <a:extLst>
              <a:ext uri="{FF2B5EF4-FFF2-40B4-BE49-F238E27FC236}">
                <a16:creationId xmlns:a16="http://schemas.microsoft.com/office/drawing/2014/main" xmlns="" id="{92D9040A-3082-2F49-987E-B51574332E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2194" y="6323416"/>
            <a:ext cx="1270304" cy="27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5205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1187323" rtl="0" eaLnBrk="1" latinLnBrk="0" hangingPunct="1">
        <a:lnSpc>
          <a:spcPct val="90000"/>
        </a:lnSpc>
        <a:spcBef>
          <a:spcPct val="0"/>
        </a:spcBef>
        <a:buNone/>
        <a:defRPr sz="57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831" indent="-296831" algn="l" defTabSz="1187323" rtl="0" eaLnBrk="1" latinLnBrk="0" hangingPunct="1">
        <a:lnSpc>
          <a:spcPct val="90000"/>
        </a:lnSpc>
        <a:spcBef>
          <a:spcPts val="1298"/>
        </a:spcBef>
        <a:buFont typeface="Arial" panose="020B060402020202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49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7" kern="1200">
          <a:solidFill>
            <a:schemeClr val="tx1"/>
          </a:solidFill>
          <a:latin typeface="+mn-lt"/>
          <a:ea typeface="+mn-ea"/>
          <a:cs typeface="+mn-cs"/>
        </a:defRPr>
      </a:lvl2pPr>
      <a:lvl3pPr marL="1484154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7" kern="1200">
          <a:solidFill>
            <a:schemeClr val="tx1"/>
          </a:solidFill>
          <a:latin typeface="+mn-lt"/>
          <a:ea typeface="+mn-ea"/>
          <a:cs typeface="+mn-cs"/>
        </a:defRPr>
      </a:lvl3pPr>
      <a:lvl4pPr marL="2077817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671478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3265140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858802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452463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5046125" indent="-296831" algn="l" defTabSz="1187323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1pPr>
      <a:lvl2pPr marL="593662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2pPr>
      <a:lvl3pPr marL="1187323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3pPr>
      <a:lvl4pPr marL="1780986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4pPr>
      <a:lvl5pPr marL="2374648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5pPr>
      <a:lvl6pPr marL="2968309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6pPr>
      <a:lvl7pPr marL="3561971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7pPr>
      <a:lvl8pPr marL="4155634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8pPr>
      <a:lvl9pPr marL="4749295" algn="l" defTabSz="1187323" rtl="0" eaLnBrk="1" latinLnBrk="0" hangingPunct="1">
        <a:defRPr sz="233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jpeg"/><Relationship Id="rId3" Type="http://schemas.openxmlformats.org/officeDocument/2006/relationships/image" Target="../media/image3.png"/><Relationship Id="rId7" Type="http://schemas.openxmlformats.org/officeDocument/2006/relationships/image" Target="../media/image7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828330" y="822960"/>
            <a:ext cx="10395283" cy="2240279"/>
          </a:xfrm>
        </p:spPr>
        <p:txBody>
          <a:bodyPr>
            <a:normAutofit fontScale="90000"/>
          </a:bodyPr>
          <a:lstStyle/>
          <a:p>
            <a:r>
              <a:rPr lang="en-US" altLang="zh-CN" b="1" kern="0" dirty="0">
                <a:solidFill>
                  <a:srgbClr val="E41680"/>
                </a:solidFill>
                <a:latin typeface=" Arial"/>
                <a:ea typeface="微软雅黑" pitchFamily="34" charset="-122"/>
              </a:rPr>
              <a:t>Deutsche Telekom Use </a:t>
            </a:r>
            <a:r>
              <a:rPr lang="en-US" altLang="zh-CN" b="1" kern="0" dirty="0" smtClean="0">
                <a:solidFill>
                  <a:srgbClr val="E41680"/>
                </a:solidFill>
                <a:latin typeface=" Arial"/>
                <a:ea typeface="微软雅黑" pitchFamily="34" charset="-122"/>
              </a:rPr>
              <a:t>Case:</a:t>
            </a:r>
            <a:r>
              <a:rPr lang="en-US" altLang="zh-CN" b="1" kern="0" dirty="0">
                <a:solidFill>
                  <a:srgbClr val="E41680"/>
                </a:solidFill>
                <a:latin typeface=" Arial"/>
                <a:ea typeface="微软雅黑" pitchFamily="34" charset="-122"/>
              </a:rPr>
              <a:t/>
            </a:r>
            <a:br>
              <a:rPr lang="en-US" altLang="zh-CN" b="1" kern="0" dirty="0">
                <a:solidFill>
                  <a:srgbClr val="E41680"/>
                </a:solidFill>
                <a:latin typeface=" Arial"/>
                <a:ea typeface="微软雅黑" pitchFamily="34" charset="-122"/>
              </a:rPr>
            </a:br>
            <a:r>
              <a:rPr lang="en-US" altLang="zh-CN" b="1" kern="0" dirty="0" smtClean="0">
                <a:solidFill>
                  <a:srgbClr val="E41680"/>
                </a:solidFill>
                <a:latin typeface=" Arial"/>
                <a:ea typeface="微软雅黑" pitchFamily="34" charset="-122"/>
              </a:rPr>
              <a:t>Unexpected Incidents with Multi-Agent Collaboration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19681" y="3429000"/>
            <a:ext cx="9144000" cy="1655762"/>
          </a:xfrm>
        </p:spPr>
        <p:txBody>
          <a:bodyPr>
            <a:normAutofit/>
          </a:bodyPr>
          <a:lstStyle/>
          <a:p>
            <a:endParaRPr lang="en-US" altLang="zh-CN" dirty="0" smtClean="0"/>
          </a:p>
          <a:p>
            <a:endParaRPr lang="en-US" altLang="zh-CN" dirty="0"/>
          </a:p>
          <a:p>
            <a:r>
              <a:rPr lang="en-US" altLang="zh-CN" sz="3200" dirty="0" smtClean="0"/>
              <a:t>IETF </a:t>
            </a:r>
            <a:r>
              <a:rPr lang="en-US" altLang="zh-CN" sz="3200" dirty="0"/>
              <a:t>125 Shenzhen, March 2026</a:t>
            </a:r>
            <a:endParaRPr lang="zh-CN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59439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副标题 1">
            <a:extLst>
              <a:ext uri="{FF2B5EF4-FFF2-40B4-BE49-F238E27FC236}">
                <a16:creationId xmlns:a16="http://schemas.microsoft.com/office/drawing/2014/main" xmlns="" id="{FC2C4C08-827F-4077-8D0B-0AF799E3FF89}"/>
              </a:ext>
            </a:extLst>
          </p:cNvPr>
          <p:cNvSpPr txBox="1">
            <a:spLocks/>
          </p:cNvSpPr>
          <p:nvPr/>
        </p:nvSpPr>
        <p:spPr>
          <a:xfrm>
            <a:off x="467320" y="242486"/>
            <a:ext cx="10736446" cy="514679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199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399" b="1" kern="0" dirty="0" smtClean="0">
                <a:solidFill>
                  <a:srgbClr val="E41680"/>
                </a:solidFill>
                <a:latin typeface=" Arial"/>
                <a:ea typeface="微软雅黑" pitchFamily="34" charset="-122"/>
              </a:rPr>
              <a:t>Unexpected Incidents Scenarios and Challenges</a:t>
            </a:r>
            <a:endParaRPr lang="zh-CN" altLang="en-US" sz="2399" b="1" kern="0" dirty="0">
              <a:solidFill>
                <a:srgbClr val="E41680"/>
              </a:solidFill>
              <a:latin typeface=" Arial"/>
              <a:ea typeface="微软雅黑" pitchFamily="34" charset="-122"/>
            </a:endParaRPr>
          </a:p>
        </p:txBody>
      </p:sp>
      <p:sp>
        <p:nvSpPr>
          <p:cNvPr id="72" name="圆角矩形 71">
            <a:extLst>
              <a:ext uri="{FF2B5EF4-FFF2-40B4-BE49-F238E27FC236}">
                <a16:creationId xmlns:a16="http://schemas.microsoft.com/office/drawing/2014/main" xmlns="" id="{9F6B76A1-D542-491F-BEF2-F7DBADF6B226}"/>
              </a:ext>
            </a:extLst>
          </p:cNvPr>
          <p:cNvSpPr/>
          <p:nvPr/>
        </p:nvSpPr>
        <p:spPr bwMode="auto">
          <a:xfrm>
            <a:off x="402306" y="1092894"/>
            <a:ext cx="5444747" cy="5506476"/>
          </a:xfrm>
          <a:prstGeom prst="roundRect">
            <a:avLst>
              <a:gd name="adj" fmla="val 1959"/>
            </a:avLst>
          </a:prstGeom>
          <a:solidFill>
            <a:srgbClr val="FFFFFF"/>
          </a:solidFill>
          <a:ln w="9525" cap="flat" cmpd="sng" algn="ctr">
            <a:gradFill>
              <a:gsLst>
                <a:gs pos="20000">
                  <a:srgbClr val="D67B7C"/>
                </a:gs>
                <a:gs pos="100000">
                  <a:srgbClr val="C00000"/>
                </a:gs>
                <a:gs pos="0">
                  <a:srgbClr val="BBE0E3">
                    <a:lumMod val="30000"/>
                    <a:lumOff val="70000"/>
                  </a:srgbClr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164" tIns="45582" rIns="91164" bIns="45582" numCol="1" rtlCol="0" anchor="t" anchorCtr="0" compatLnSpc="1"/>
          <a:lstStyle/>
          <a:p>
            <a:pPr defTabSz="911939">
              <a:defRPr/>
            </a:pPr>
            <a:endParaRPr lang="zh-CN" altLang="en-US" sz="1200" kern="0" dirty="0">
              <a:solidFill>
                <a:srgbClr val="000000"/>
              </a:solidFill>
              <a:latin typeface=" Arial"/>
              <a:ea typeface="微软雅黑" pitchFamily="34" charset="-122"/>
            </a:endParaRPr>
          </a:p>
        </p:txBody>
      </p:sp>
      <p:sp>
        <p:nvSpPr>
          <p:cNvPr id="73" name="圆角矩形 71">
            <a:extLst>
              <a:ext uri="{FF2B5EF4-FFF2-40B4-BE49-F238E27FC236}">
                <a16:creationId xmlns:a16="http://schemas.microsoft.com/office/drawing/2014/main" xmlns="" id="{6F7AF65F-43DC-42C5-ADED-AF2DBAE2A937}"/>
              </a:ext>
            </a:extLst>
          </p:cNvPr>
          <p:cNvSpPr/>
          <p:nvPr/>
        </p:nvSpPr>
        <p:spPr bwMode="auto">
          <a:xfrm>
            <a:off x="6126070" y="1092892"/>
            <a:ext cx="5524918" cy="5495205"/>
          </a:xfrm>
          <a:prstGeom prst="roundRect">
            <a:avLst>
              <a:gd name="adj" fmla="val 1959"/>
            </a:avLst>
          </a:prstGeom>
          <a:solidFill>
            <a:srgbClr val="FFFFFF"/>
          </a:solidFill>
          <a:ln w="9525" cap="flat" cmpd="sng" algn="ctr">
            <a:gradFill>
              <a:gsLst>
                <a:gs pos="20000">
                  <a:srgbClr val="D67B7C"/>
                </a:gs>
                <a:gs pos="100000">
                  <a:srgbClr val="C00000"/>
                </a:gs>
                <a:gs pos="0">
                  <a:srgbClr val="BBE0E3">
                    <a:lumMod val="30000"/>
                    <a:lumOff val="70000"/>
                  </a:srgbClr>
                </a:gs>
              </a:gsLst>
              <a:lin ang="5400000" scaled="1"/>
            </a:gradFill>
            <a:prstDash val="solid"/>
            <a:round/>
            <a:headEnd type="none" w="med" len="med"/>
            <a:tailEnd type="none" w="med" len="med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91164" tIns="45582" rIns="91164" bIns="45582" numCol="1" rtlCol="0" anchor="t" anchorCtr="0" compatLnSpc="1"/>
          <a:lstStyle/>
          <a:p>
            <a:pPr defTabSz="911939">
              <a:defRPr/>
            </a:pPr>
            <a:endParaRPr lang="zh-CN" altLang="en-US" sz="1200" kern="0" dirty="0">
              <a:solidFill>
                <a:srgbClr val="000000"/>
              </a:solidFill>
              <a:latin typeface=" Arial"/>
              <a:ea typeface="微软雅黑" pitchFamily="34" charset="-122"/>
            </a:endParaRPr>
          </a:p>
        </p:txBody>
      </p:sp>
      <p:sp>
        <p:nvSpPr>
          <p:cNvPr id="74" name="矩形: 圆角 5">
            <a:extLst>
              <a:ext uri="{FF2B5EF4-FFF2-40B4-BE49-F238E27FC236}">
                <a16:creationId xmlns:a16="http://schemas.microsoft.com/office/drawing/2014/main" xmlns="" id="{3DA1CAEC-A3FF-41E6-9811-B63F92FE1B71}"/>
              </a:ext>
            </a:extLst>
          </p:cNvPr>
          <p:cNvSpPr/>
          <p:nvPr/>
        </p:nvSpPr>
        <p:spPr>
          <a:xfrm>
            <a:off x="6218643" y="1792851"/>
            <a:ext cx="5310262" cy="1915645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8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xmlns="" id="{52A5C81A-ABD0-4BDE-BC03-3C31898EB92E}"/>
              </a:ext>
            </a:extLst>
          </p:cNvPr>
          <p:cNvSpPr/>
          <p:nvPr/>
        </p:nvSpPr>
        <p:spPr>
          <a:xfrm>
            <a:off x="2202995" y="870826"/>
            <a:ext cx="1163248" cy="40778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defTabSz="910670" eaLnBrk="0" hangingPunct="0">
              <a:defRPr/>
            </a:pPr>
            <a:r>
              <a:rPr lang="en-US" altLang="zh-CN" sz="1599" b="1" kern="0" dirty="0">
                <a:solidFill>
                  <a:srgbClr val="E41680"/>
                </a:solidFill>
                <a:latin typeface=" Arial"/>
                <a:ea typeface="微软雅黑" pitchFamily="34" charset="-122"/>
              </a:rPr>
              <a:t>Scenarios</a:t>
            </a:r>
            <a:endParaRPr lang="en-US" altLang="en-US" sz="1599" b="1" kern="0" dirty="0">
              <a:solidFill>
                <a:srgbClr val="E41680"/>
              </a:solidFill>
              <a:latin typeface=" Arial"/>
              <a:ea typeface="微软雅黑" pitchFamily="34" charset="-122"/>
            </a:endParaRPr>
          </a:p>
        </p:txBody>
      </p:sp>
      <p:pic>
        <p:nvPicPr>
          <p:cNvPr id="76" name="Picture 3" descr="https://officev7new.pro.dbox.huawei.com/minio/dbox-weboffice-v7/weboffice/shapes/100715720651_copy/fd92ec2ba63b918b1a8a89c0b96f4084c1749e46?AWSAccessKeyId=n6XMxgTt7ddlEAQi&amp;Expires=1752382578&amp;response-expires=155921&amp;Signature=A/G3W5YlAzbZnlVuIjshP0SU/FM%3D">
            <a:extLst>
              <a:ext uri="{FF2B5EF4-FFF2-40B4-BE49-F238E27FC236}">
                <a16:creationId xmlns:a16="http://schemas.microsoft.com/office/drawing/2014/main" xmlns="" id="{20F828F0-01CB-419B-B95B-11ADBF9815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8390" y="2332415"/>
            <a:ext cx="1404940" cy="741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77" name="组合 76">
            <a:extLst>
              <a:ext uri="{FF2B5EF4-FFF2-40B4-BE49-F238E27FC236}">
                <a16:creationId xmlns:a16="http://schemas.microsoft.com/office/drawing/2014/main" xmlns="" id="{63A94D48-2534-4AB4-8115-75F506BE3B45}"/>
              </a:ext>
            </a:extLst>
          </p:cNvPr>
          <p:cNvGrpSpPr/>
          <p:nvPr/>
        </p:nvGrpSpPr>
        <p:grpSpPr>
          <a:xfrm>
            <a:off x="612006" y="1884439"/>
            <a:ext cx="1801871" cy="626866"/>
            <a:chOff x="2214637" y="1369600"/>
            <a:chExt cx="1803748" cy="627520"/>
          </a:xfrm>
        </p:grpSpPr>
        <p:grpSp>
          <p:nvGrpSpPr>
            <p:cNvPr id="78" name="组合 77">
              <a:extLst>
                <a:ext uri="{FF2B5EF4-FFF2-40B4-BE49-F238E27FC236}">
                  <a16:creationId xmlns:a16="http://schemas.microsoft.com/office/drawing/2014/main" xmlns="" id="{F5B884C5-FAC2-4B08-BFB2-62572D5F4527}"/>
                </a:ext>
              </a:extLst>
            </p:cNvPr>
            <p:cNvGrpSpPr/>
            <p:nvPr/>
          </p:nvGrpSpPr>
          <p:grpSpPr>
            <a:xfrm>
              <a:off x="2214637" y="1369600"/>
              <a:ext cx="327469" cy="320816"/>
              <a:chOff x="8277878" y="663979"/>
              <a:chExt cx="314325" cy="314325"/>
            </a:xfrm>
          </p:grpSpPr>
          <p:sp>
            <p:nvSpPr>
              <p:cNvPr id="81" name="Oval 2313">
                <a:extLst>
                  <a:ext uri="{FF2B5EF4-FFF2-40B4-BE49-F238E27FC236}">
                    <a16:creationId xmlns:a16="http://schemas.microsoft.com/office/drawing/2014/main" xmlns="" id="{7C4818C5-A723-4D0B-B716-E05C37342B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277878" y="663979"/>
                <a:ext cx="314325" cy="314325"/>
              </a:xfrm>
              <a:prstGeom prst="ellipse">
                <a:avLst/>
              </a:prstGeom>
              <a:solidFill>
                <a:srgbClr val="D4CD3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344" tIns="45672" rIns="91344" bIns="45672" numCol="1" anchor="t" anchorCtr="0" compatLnSpc="1">
                <a:prstTxWarp prst="textNoShape">
                  <a:avLst/>
                </a:prstTxWarp>
              </a:bodyPr>
              <a:lstStyle/>
              <a:p>
                <a:pPr defTabSz="913668">
                  <a:defRPr/>
                </a:pPr>
                <a:endParaRPr lang="zh-CN" altLang="en-US" sz="1200">
                  <a:solidFill>
                    <a:prstClr val="black"/>
                  </a:solidFill>
                  <a:latin typeface=" Arial"/>
                </a:endParaRPr>
              </a:p>
            </p:txBody>
          </p:sp>
          <p:sp>
            <p:nvSpPr>
              <p:cNvPr id="82" name="Freeform 2359">
                <a:extLst>
                  <a:ext uri="{FF2B5EF4-FFF2-40B4-BE49-F238E27FC236}">
                    <a16:creationId xmlns:a16="http://schemas.microsoft.com/office/drawing/2014/main" xmlns="" id="{8C3E97FD-DD55-42CB-9E99-6C99FF1D0D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1127" y="743972"/>
                <a:ext cx="249238" cy="146050"/>
              </a:xfrm>
              <a:custGeom>
                <a:avLst/>
                <a:gdLst>
                  <a:gd name="T0" fmla="*/ 75 w 144"/>
                  <a:gd name="T1" fmla="*/ 0 h 84"/>
                  <a:gd name="T2" fmla="*/ 45 w 144"/>
                  <a:gd name="T3" fmla="*/ 42 h 84"/>
                  <a:gd name="T4" fmla="*/ 34 w 144"/>
                  <a:gd name="T5" fmla="*/ 33 h 84"/>
                  <a:gd name="T6" fmla="*/ 0 w 144"/>
                  <a:gd name="T7" fmla="*/ 84 h 84"/>
                  <a:gd name="T8" fmla="*/ 144 w 144"/>
                  <a:gd name="T9" fmla="*/ 84 h 84"/>
                  <a:gd name="T10" fmla="*/ 101 w 144"/>
                  <a:gd name="T11" fmla="*/ 33 h 84"/>
                  <a:gd name="T12" fmla="*/ 75 w 144"/>
                  <a:gd name="T13" fmla="*/ 0 h 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44" h="84">
                    <a:moveTo>
                      <a:pt x="75" y="0"/>
                    </a:moveTo>
                    <a:cubicBezTo>
                      <a:pt x="64" y="15"/>
                      <a:pt x="55" y="28"/>
                      <a:pt x="45" y="42"/>
                    </a:cubicBezTo>
                    <a:cubicBezTo>
                      <a:pt x="40" y="39"/>
                      <a:pt x="37" y="36"/>
                      <a:pt x="34" y="33"/>
                    </a:cubicBezTo>
                    <a:cubicBezTo>
                      <a:pt x="22" y="50"/>
                      <a:pt x="11" y="67"/>
                      <a:pt x="0" y="84"/>
                    </a:cubicBezTo>
                    <a:cubicBezTo>
                      <a:pt x="51" y="84"/>
                      <a:pt x="144" y="84"/>
                      <a:pt x="144" y="84"/>
                    </a:cubicBezTo>
                    <a:cubicBezTo>
                      <a:pt x="101" y="33"/>
                      <a:pt x="101" y="33"/>
                      <a:pt x="101" y="33"/>
                    </a:cubicBezTo>
                    <a:cubicBezTo>
                      <a:pt x="101" y="33"/>
                      <a:pt x="84" y="11"/>
                      <a:pt x="7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344" tIns="45672" rIns="91344" bIns="45672" numCol="1" anchor="t" anchorCtr="0" compatLnSpc="1">
                <a:prstTxWarp prst="textNoShape">
                  <a:avLst/>
                </a:prstTxWarp>
              </a:bodyPr>
              <a:lstStyle/>
              <a:p>
                <a:pPr defTabSz="913668">
                  <a:defRPr/>
                </a:pPr>
                <a:endParaRPr lang="zh-CN" altLang="en-US" sz="1200">
                  <a:solidFill>
                    <a:prstClr val="black"/>
                  </a:solidFill>
                  <a:latin typeface=" Arial"/>
                </a:endParaRPr>
              </a:p>
            </p:txBody>
          </p:sp>
          <p:sp>
            <p:nvSpPr>
              <p:cNvPr id="83" name="Freeform 2360">
                <a:extLst>
                  <a:ext uri="{FF2B5EF4-FFF2-40B4-BE49-F238E27FC236}">
                    <a16:creationId xmlns:a16="http://schemas.microsoft.com/office/drawing/2014/main" xmlns="" id="{A26BF524-9C58-4EB5-B103-D57E1BE895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8332715" y="716985"/>
                <a:ext cx="104775" cy="103188"/>
              </a:xfrm>
              <a:custGeom>
                <a:avLst/>
                <a:gdLst>
                  <a:gd name="T0" fmla="*/ 13 w 61"/>
                  <a:gd name="T1" fmla="*/ 15 h 60"/>
                  <a:gd name="T2" fmla="*/ 11 w 61"/>
                  <a:gd name="T3" fmla="*/ 60 h 60"/>
                  <a:gd name="T4" fmla="*/ 31 w 61"/>
                  <a:gd name="T5" fmla="*/ 30 h 60"/>
                  <a:gd name="T6" fmla="*/ 41 w 61"/>
                  <a:gd name="T7" fmla="*/ 40 h 60"/>
                  <a:gd name="T8" fmla="*/ 61 w 61"/>
                  <a:gd name="T9" fmla="*/ 12 h 60"/>
                  <a:gd name="T10" fmla="*/ 13 w 61"/>
                  <a:gd name="T11" fmla="*/ 15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1" h="60">
                    <a:moveTo>
                      <a:pt x="13" y="15"/>
                    </a:moveTo>
                    <a:cubicBezTo>
                      <a:pt x="1" y="27"/>
                      <a:pt x="0" y="48"/>
                      <a:pt x="11" y="60"/>
                    </a:cubicBezTo>
                    <a:cubicBezTo>
                      <a:pt x="17" y="50"/>
                      <a:pt x="24" y="41"/>
                      <a:pt x="31" y="30"/>
                    </a:cubicBezTo>
                    <a:cubicBezTo>
                      <a:pt x="35" y="34"/>
                      <a:pt x="38" y="37"/>
                      <a:pt x="41" y="40"/>
                    </a:cubicBezTo>
                    <a:cubicBezTo>
                      <a:pt x="48" y="30"/>
                      <a:pt x="55" y="21"/>
                      <a:pt x="61" y="12"/>
                    </a:cubicBezTo>
                    <a:cubicBezTo>
                      <a:pt x="47" y="0"/>
                      <a:pt x="26" y="2"/>
                      <a:pt x="13" y="1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344" tIns="45672" rIns="91344" bIns="45672" numCol="1" anchor="t" anchorCtr="0" compatLnSpc="1">
                <a:prstTxWarp prst="textNoShape">
                  <a:avLst/>
                </a:prstTxWarp>
              </a:bodyPr>
              <a:lstStyle/>
              <a:p>
                <a:pPr defTabSz="913668">
                  <a:defRPr/>
                </a:pPr>
                <a:endParaRPr lang="zh-CN" altLang="en-US" sz="1200">
                  <a:solidFill>
                    <a:prstClr val="black"/>
                  </a:solidFill>
                  <a:latin typeface=" Arial"/>
                </a:endParaRPr>
              </a:p>
            </p:txBody>
          </p:sp>
        </p:grpSp>
        <p:sp>
          <p:nvSpPr>
            <p:cNvPr id="79" name="TextBox 156">
              <a:extLst>
                <a:ext uri="{FF2B5EF4-FFF2-40B4-BE49-F238E27FC236}">
                  <a16:creationId xmlns:a16="http://schemas.microsoft.com/office/drawing/2014/main" xmlns="" id="{7E78986D-FA79-4F68-99C3-41321A328284}"/>
                </a:ext>
              </a:extLst>
            </p:cNvPr>
            <p:cNvSpPr txBox="1"/>
            <p:nvPr/>
          </p:nvSpPr>
          <p:spPr>
            <a:xfrm>
              <a:off x="2603763" y="1390483"/>
              <a:ext cx="1414622" cy="27707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defTabSz="1623609">
                <a:defRPr/>
              </a:pPr>
              <a:r>
                <a:rPr lang="en-US" altLang="zh-CN" sz="1200" b="1" kern="0" dirty="0">
                  <a:solidFill>
                    <a:srgbClr val="1D1D1A"/>
                  </a:solidFill>
                  <a:latin typeface=" Arial"/>
                  <a:ea typeface="微软雅黑"/>
                  <a:cs typeface="Arial" panose="020B0604020202020204" pitchFamily="34" charset="0"/>
                </a:rPr>
                <a:t>Marathons</a:t>
              </a:r>
              <a:endParaRPr lang="en-US" sz="1200" b="1" kern="0" dirty="0">
                <a:solidFill>
                  <a:srgbClr val="1D1D1A"/>
                </a:solidFill>
                <a:latin typeface=" Arial"/>
                <a:ea typeface="微软雅黑"/>
                <a:cs typeface="Arial" panose="020B0604020202020204" pitchFamily="34" charset="0"/>
              </a:endParaRPr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xmlns="" id="{26714BA8-D5E8-4E6A-B349-B35CEE624D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36710" y="1720049"/>
              <a:ext cx="184779" cy="277071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defTabSz="913668" eaLnBrk="1" fontAlgn="base" hangingPunct="1">
                <a:spcBef>
                  <a:spcPct val="0"/>
                </a:spcBef>
                <a:spcAft>
                  <a:spcPct val="0"/>
                </a:spcAft>
                <a:buClr>
                  <a:srgbClr val="CC9900"/>
                </a:buClr>
                <a:defRPr/>
              </a:pPr>
              <a:endParaRPr lang="zh-CN" altLang="en-US" sz="1200" dirty="0">
                <a:solidFill>
                  <a:prstClr val="white"/>
                </a:solidFill>
                <a:latin typeface=" Arial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pic>
        <p:nvPicPr>
          <p:cNvPr id="84" name="Picture 2" descr="波兰新闻| 华沙街头10万人大游行阻止波兰离开欧盟高呼“我们要留在欧洲”波兰华人资讯网- 报道波兰新闻最快的华文媒体">
            <a:extLst>
              <a:ext uri="{FF2B5EF4-FFF2-40B4-BE49-F238E27FC236}">
                <a16:creationId xmlns:a16="http://schemas.microsoft.com/office/drawing/2014/main" xmlns="" id="{B447D604-77CC-4628-A232-FCB6B1F5004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662" y="2306597"/>
            <a:ext cx="1472777" cy="7727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5" name="组合 84">
            <a:extLst>
              <a:ext uri="{FF2B5EF4-FFF2-40B4-BE49-F238E27FC236}">
                <a16:creationId xmlns:a16="http://schemas.microsoft.com/office/drawing/2014/main" xmlns="" id="{DF786530-C435-4E14-8E50-D05596B62E3B}"/>
              </a:ext>
            </a:extLst>
          </p:cNvPr>
          <p:cNvGrpSpPr/>
          <p:nvPr/>
        </p:nvGrpSpPr>
        <p:grpSpPr>
          <a:xfrm>
            <a:off x="2214118" y="1903901"/>
            <a:ext cx="347219" cy="323203"/>
            <a:chOff x="10038528" y="3328575"/>
            <a:chExt cx="317500" cy="315913"/>
          </a:xfrm>
        </p:grpSpPr>
        <p:sp>
          <p:nvSpPr>
            <p:cNvPr id="86" name="Oval 735">
              <a:extLst>
                <a:ext uri="{FF2B5EF4-FFF2-40B4-BE49-F238E27FC236}">
                  <a16:creationId xmlns:a16="http://schemas.microsoft.com/office/drawing/2014/main" xmlns="" id="{53310E6B-6F0F-4717-89DF-F90EDE5148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038528" y="3328575"/>
              <a:ext cx="317500" cy="315913"/>
            </a:xfrm>
            <a:prstGeom prst="ellipse">
              <a:avLst/>
            </a:prstGeom>
            <a:solidFill>
              <a:srgbClr val="FA85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defTabSz="913668">
                <a:defRPr/>
              </a:pPr>
              <a:endParaRPr lang="zh-CN" altLang="en-US" sz="1796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87" name="Freeform 1419">
              <a:extLst>
                <a:ext uri="{FF2B5EF4-FFF2-40B4-BE49-F238E27FC236}">
                  <a16:creationId xmlns:a16="http://schemas.microsoft.com/office/drawing/2014/main" xmlns="" id="{F538404C-549A-4B01-B8A1-05758B720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6112" y="3378705"/>
              <a:ext cx="130175" cy="206375"/>
            </a:xfrm>
            <a:custGeom>
              <a:avLst/>
              <a:gdLst>
                <a:gd name="T0" fmla="*/ 55 w 75"/>
                <a:gd name="T1" fmla="*/ 47 h 120"/>
                <a:gd name="T2" fmla="*/ 49 w 75"/>
                <a:gd name="T3" fmla="*/ 44 h 120"/>
                <a:gd name="T4" fmla="*/ 54 w 75"/>
                <a:gd name="T5" fmla="*/ 41 h 120"/>
                <a:gd name="T6" fmla="*/ 65 w 75"/>
                <a:gd name="T7" fmla="*/ 22 h 120"/>
                <a:gd name="T8" fmla="*/ 41 w 75"/>
                <a:gd name="T9" fmla="*/ 0 h 120"/>
                <a:gd name="T10" fmla="*/ 17 w 75"/>
                <a:gd name="T11" fmla="*/ 22 h 120"/>
                <a:gd name="T12" fmla="*/ 28 w 75"/>
                <a:gd name="T13" fmla="*/ 41 h 120"/>
                <a:gd name="T14" fmla="*/ 33 w 75"/>
                <a:gd name="T15" fmla="*/ 44 h 120"/>
                <a:gd name="T16" fmla="*/ 27 w 75"/>
                <a:gd name="T17" fmla="*/ 47 h 120"/>
                <a:gd name="T18" fmla="*/ 0 w 75"/>
                <a:gd name="T19" fmla="*/ 92 h 120"/>
                <a:gd name="T20" fmla="*/ 0 w 75"/>
                <a:gd name="T21" fmla="*/ 100 h 120"/>
                <a:gd name="T22" fmla="*/ 41 w 75"/>
                <a:gd name="T23" fmla="*/ 120 h 120"/>
                <a:gd name="T24" fmla="*/ 65 w 75"/>
                <a:gd name="T25" fmla="*/ 114 h 120"/>
                <a:gd name="T26" fmla="*/ 61 w 75"/>
                <a:gd name="T27" fmla="*/ 109 h 120"/>
                <a:gd name="T28" fmla="*/ 60 w 75"/>
                <a:gd name="T29" fmla="*/ 108 h 120"/>
                <a:gd name="T30" fmla="*/ 60 w 75"/>
                <a:gd name="T31" fmla="*/ 107 h 120"/>
                <a:gd name="T32" fmla="*/ 60 w 75"/>
                <a:gd name="T33" fmla="*/ 99 h 120"/>
                <a:gd name="T34" fmla="*/ 75 w 75"/>
                <a:gd name="T35" fmla="*/ 65 h 120"/>
                <a:gd name="T36" fmla="*/ 55 w 75"/>
                <a:gd name="T37" fmla="*/ 47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75" h="120">
                  <a:moveTo>
                    <a:pt x="55" y="47"/>
                  </a:moveTo>
                  <a:cubicBezTo>
                    <a:pt x="49" y="44"/>
                    <a:pt x="49" y="44"/>
                    <a:pt x="49" y="44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61" y="37"/>
                    <a:pt x="65" y="30"/>
                    <a:pt x="65" y="22"/>
                  </a:cubicBezTo>
                  <a:cubicBezTo>
                    <a:pt x="65" y="10"/>
                    <a:pt x="55" y="0"/>
                    <a:pt x="41" y="0"/>
                  </a:cubicBezTo>
                  <a:cubicBezTo>
                    <a:pt x="27" y="0"/>
                    <a:pt x="17" y="10"/>
                    <a:pt x="17" y="22"/>
                  </a:cubicBezTo>
                  <a:cubicBezTo>
                    <a:pt x="17" y="30"/>
                    <a:pt x="21" y="37"/>
                    <a:pt x="28" y="41"/>
                  </a:cubicBezTo>
                  <a:cubicBezTo>
                    <a:pt x="33" y="44"/>
                    <a:pt x="33" y="44"/>
                    <a:pt x="33" y="44"/>
                  </a:cubicBezTo>
                  <a:cubicBezTo>
                    <a:pt x="27" y="47"/>
                    <a:pt x="27" y="47"/>
                    <a:pt x="27" y="47"/>
                  </a:cubicBezTo>
                  <a:cubicBezTo>
                    <a:pt x="11" y="53"/>
                    <a:pt x="0" y="71"/>
                    <a:pt x="0" y="92"/>
                  </a:cubicBezTo>
                  <a:cubicBezTo>
                    <a:pt x="0" y="94"/>
                    <a:pt x="0" y="97"/>
                    <a:pt x="0" y="100"/>
                  </a:cubicBezTo>
                  <a:cubicBezTo>
                    <a:pt x="10" y="112"/>
                    <a:pt x="25" y="120"/>
                    <a:pt x="41" y="120"/>
                  </a:cubicBezTo>
                  <a:cubicBezTo>
                    <a:pt x="50" y="120"/>
                    <a:pt x="58" y="118"/>
                    <a:pt x="65" y="114"/>
                  </a:cubicBezTo>
                  <a:cubicBezTo>
                    <a:pt x="64" y="112"/>
                    <a:pt x="62" y="111"/>
                    <a:pt x="61" y="109"/>
                  </a:cubicBezTo>
                  <a:cubicBezTo>
                    <a:pt x="60" y="108"/>
                    <a:pt x="60" y="108"/>
                    <a:pt x="60" y="108"/>
                  </a:cubicBezTo>
                  <a:cubicBezTo>
                    <a:pt x="60" y="107"/>
                    <a:pt x="60" y="107"/>
                    <a:pt x="60" y="107"/>
                  </a:cubicBezTo>
                  <a:cubicBezTo>
                    <a:pt x="60" y="105"/>
                    <a:pt x="60" y="102"/>
                    <a:pt x="60" y="99"/>
                  </a:cubicBezTo>
                  <a:cubicBezTo>
                    <a:pt x="60" y="85"/>
                    <a:pt x="66" y="73"/>
                    <a:pt x="75" y="65"/>
                  </a:cubicBezTo>
                  <a:cubicBezTo>
                    <a:pt x="70" y="57"/>
                    <a:pt x="63" y="50"/>
                    <a:pt x="55" y="4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defTabSz="913668">
                <a:defRPr/>
              </a:pPr>
              <a:endParaRPr lang="zh-CN" altLang="en-US" sz="1796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  <p:sp>
          <p:nvSpPr>
            <p:cNvPr id="88" name="Freeform 1420">
              <a:extLst>
                <a:ext uri="{FF2B5EF4-FFF2-40B4-BE49-F238E27FC236}">
                  <a16:creationId xmlns:a16="http://schemas.microsoft.com/office/drawing/2014/main" xmlns="" id="{2C8D5ECC-2BF2-446C-933B-E2E796B94E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90412" y="3431092"/>
              <a:ext cx="104775" cy="153988"/>
            </a:xfrm>
            <a:custGeom>
              <a:avLst/>
              <a:gdLst>
                <a:gd name="T0" fmla="*/ 41 w 61"/>
                <a:gd name="T1" fmla="*/ 35 h 89"/>
                <a:gd name="T2" fmla="*/ 35 w 61"/>
                <a:gd name="T3" fmla="*/ 33 h 89"/>
                <a:gd name="T4" fmla="*/ 40 w 61"/>
                <a:gd name="T5" fmla="*/ 29 h 89"/>
                <a:gd name="T6" fmla="*/ 48 w 61"/>
                <a:gd name="T7" fmla="*/ 16 h 89"/>
                <a:gd name="T8" fmla="*/ 30 w 61"/>
                <a:gd name="T9" fmla="*/ 0 h 89"/>
                <a:gd name="T10" fmla="*/ 13 w 61"/>
                <a:gd name="T11" fmla="*/ 16 h 89"/>
                <a:gd name="T12" fmla="*/ 21 w 61"/>
                <a:gd name="T13" fmla="*/ 29 h 89"/>
                <a:gd name="T14" fmla="*/ 26 w 61"/>
                <a:gd name="T15" fmla="*/ 33 h 89"/>
                <a:gd name="T16" fmla="*/ 20 w 61"/>
                <a:gd name="T17" fmla="*/ 35 h 89"/>
                <a:gd name="T18" fmla="*/ 18 w 61"/>
                <a:gd name="T19" fmla="*/ 36 h 89"/>
                <a:gd name="T20" fmla="*/ 15 w 61"/>
                <a:gd name="T21" fmla="*/ 38 h 89"/>
                <a:gd name="T22" fmla="*/ 12 w 61"/>
                <a:gd name="T23" fmla="*/ 40 h 89"/>
                <a:gd name="T24" fmla="*/ 0 w 61"/>
                <a:gd name="T25" fmla="*/ 68 h 89"/>
                <a:gd name="T26" fmla="*/ 1 w 61"/>
                <a:gd name="T27" fmla="*/ 74 h 89"/>
                <a:gd name="T28" fmla="*/ 5 w 61"/>
                <a:gd name="T29" fmla="*/ 79 h 89"/>
                <a:gd name="T30" fmla="*/ 8 w 61"/>
                <a:gd name="T31" fmla="*/ 81 h 89"/>
                <a:gd name="T32" fmla="*/ 11 w 61"/>
                <a:gd name="T33" fmla="*/ 83 h 89"/>
                <a:gd name="T34" fmla="*/ 30 w 61"/>
                <a:gd name="T35" fmla="*/ 89 h 89"/>
                <a:gd name="T36" fmla="*/ 60 w 61"/>
                <a:gd name="T37" fmla="*/ 74 h 89"/>
                <a:gd name="T38" fmla="*/ 61 w 61"/>
                <a:gd name="T39" fmla="*/ 68 h 89"/>
                <a:gd name="T40" fmla="*/ 41 w 61"/>
                <a:gd name="T41" fmla="*/ 35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61" h="89">
                  <a:moveTo>
                    <a:pt x="41" y="35"/>
                  </a:moveTo>
                  <a:cubicBezTo>
                    <a:pt x="35" y="33"/>
                    <a:pt x="35" y="33"/>
                    <a:pt x="35" y="33"/>
                  </a:cubicBezTo>
                  <a:cubicBezTo>
                    <a:pt x="40" y="29"/>
                    <a:pt x="40" y="29"/>
                    <a:pt x="40" y="29"/>
                  </a:cubicBezTo>
                  <a:cubicBezTo>
                    <a:pt x="45" y="26"/>
                    <a:pt x="48" y="21"/>
                    <a:pt x="48" y="16"/>
                  </a:cubicBezTo>
                  <a:cubicBezTo>
                    <a:pt x="48" y="7"/>
                    <a:pt x="40" y="0"/>
                    <a:pt x="30" y="0"/>
                  </a:cubicBezTo>
                  <a:cubicBezTo>
                    <a:pt x="21" y="0"/>
                    <a:pt x="13" y="7"/>
                    <a:pt x="13" y="16"/>
                  </a:cubicBezTo>
                  <a:cubicBezTo>
                    <a:pt x="13" y="21"/>
                    <a:pt x="16" y="26"/>
                    <a:pt x="21" y="29"/>
                  </a:cubicBezTo>
                  <a:cubicBezTo>
                    <a:pt x="26" y="33"/>
                    <a:pt x="26" y="33"/>
                    <a:pt x="26" y="33"/>
                  </a:cubicBezTo>
                  <a:cubicBezTo>
                    <a:pt x="20" y="35"/>
                    <a:pt x="20" y="35"/>
                    <a:pt x="20" y="35"/>
                  </a:cubicBezTo>
                  <a:cubicBezTo>
                    <a:pt x="19" y="36"/>
                    <a:pt x="19" y="36"/>
                    <a:pt x="18" y="36"/>
                  </a:cubicBezTo>
                  <a:cubicBezTo>
                    <a:pt x="17" y="37"/>
                    <a:pt x="16" y="38"/>
                    <a:pt x="15" y="38"/>
                  </a:cubicBezTo>
                  <a:cubicBezTo>
                    <a:pt x="14" y="39"/>
                    <a:pt x="13" y="40"/>
                    <a:pt x="12" y="40"/>
                  </a:cubicBezTo>
                  <a:cubicBezTo>
                    <a:pt x="5" y="47"/>
                    <a:pt x="0" y="57"/>
                    <a:pt x="0" y="68"/>
                  </a:cubicBezTo>
                  <a:cubicBezTo>
                    <a:pt x="0" y="70"/>
                    <a:pt x="0" y="72"/>
                    <a:pt x="1" y="74"/>
                  </a:cubicBezTo>
                  <a:cubicBezTo>
                    <a:pt x="2" y="76"/>
                    <a:pt x="3" y="78"/>
                    <a:pt x="5" y="79"/>
                  </a:cubicBezTo>
                  <a:cubicBezTo>
                    <a:pt x="6" y="80"/>
                    <a:pt x="7" y="81"/>
                    <a:pt x="8" y="81"/>
                  </a:cubicBezTo>
                  <a:cubicBezTo>
                    <a:pt x="9" y="82"/>
                    <a:pt x="10" y="83"/>
                    <a:pt x="11" y="83"/>
                  </a:cubicBezTo>
                  <a:cubicBezTo>
                    <a:pt x="16" y="87"/>
                    <a:pt x="23" y="89"/>
                    <a:pt x="30" y="89"/>
                  </a:cubicBezTo>
                  <a:cubicBezTo>
                    <a:pt x="42" y="89"/>
                    <a:pt x="53" y="83"/>
                    <a:pt x="60" y="74"/>
                  </a:cubicBezTo>
                  <a:cubicBezTo>
                    <a:pt x="61" y="72"/>
                    <a:pt x="61" y="70"/>
                    <a:pt x="61" y="68"/>
                  </a:cubicBezTo>
                  <a:cubicBezTo>
                    <a:pt x="61" y="53"/>
                    <a:pt x="52" y="40"/>
                    <a:pt x="41" y="3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344" tIns="45672" rIns="91344" bIns="45672" numCol="1" anchor="t" anchorCtr="0" compatLnSpc="1">
              <a:prstTxWarp prst="textNoShape">
                <a:avLst/>
              </a:prstTxWarp>
            </a:bodyPr>
            <a:lstStyle/>
            <a:p>
              <a:pPr defTabSz="913668">
                <a:defRPr/>
              </a:pPr>
              <a:endParaRPr lang="zh-CN" altLang="en-US" sz="1796">
                <a:solidFill>
                  <a:prstClr val="black"/>
                </a:solidFill>
                <a:latin typeface="Segoe UI Light"/>
                <a:ea typeface="微软雅黑"/>
              </a:endParaRPr>
            </a:p>
          </p:txBody>
        </p:sp>
      </p:grpSp>
      <p:sp>
        <p:nvSpPr>
          <p:cNvPr id="89" name="TextBox 156">
            <a:extLst>
              <a:ext uri="{FF2B5EF4-FFF2-40B4-BE49-F238E27FC236}">
                <a16:creationId xmlns:a16="http://schemas.microsoft.com/office/drawing/2014/main" xmlns="" id="{CE999A0F-53BF-48BB-A8B7-B17D09F955FC}"/>
              </a:ext>
            </a:extLst>
          </p:cNvPr>
          <p:cNvSpPr txBox="1"/>
          <p:nvPr/>
        </p:nvSpPr>
        <p:spPr>
          <a:xfrm>
            <a:off x="2602438" y="1922931"/>
            <a:ext cx="1161070" cy="27678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623609">
              <a:defRPr/>
            </a:pPr>
            <a:r>
              <a:rPr lang="en-US" altLang="zh-CN" sz="1200" b="1" kern="0" dirty="0">
                <a:solidFill>
                  <a:srgbClr val="1D1D1A"/>
                </a:solidFill>
                <a:latin typeface=" Arial"/>
                <a:ea typeface="微软雅黑"/>
                <a:cs typeface="Arial" panose="020B0604020202020204" pitchFamily="34" charset="0"/>
              </a:rPr>
              <a:t>Traffic Jams</a:t>
            </a:r>
            <a:endParaRPr lang="en-US" sz="1200" b="1" kern="0" dirty="0">
              <a:solidFill>
                <a:srgbClr val="1D1D1A"/>
              </a:solidFill>
              <a:latin typeface=" Arial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90" name="TextBox 156">
            <a:extLst>
              <a:ext uri="{FF2B5EF4-FFF2-40B4-BE49-F238E27FC236}">
                <a16:creationId xmlns:a16="http://schemas.microsoft.com/office/drawing/2014/main" xmlns="" id="{13D7C648-AB2E-4E0A-8F46-9BF1CE4B7516}"/>
              </a:ext>
            </a:extLst>
          </p:cNvPr>
          <p:cNvSpPr txBox="1"/>
          <p:nvPr/>
        </p:nvSpPr>
        <p:spPr>
          <a:xfrm>
            <a:off x="683288" y="1457016"/>
            <a:ext cx="4595141" cy="430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1623609">
              <a:defRPr/>
            </a:pPr>
            <a:r>
              <a:rPr lang="en-US" altLang="zh-CN" sz="1100" b="1" kern="0" dirty="0">
                <a:solidFill>
                  <a:srgbClr val="E41680"/>
                </a:solidFill>
                <a:latin typeface=" Arial"/>
                <a:ea typeface="微软雅黑"/>
                <a:cs typeface="Arial" panose="020B0604020202020204" pitchFamily="34" charset="0"/>
              </a:rPr>
              <a:t>Traffic Burst and Performance Degradation caused by Large number of User Access</a:t>
            </a:r>
            <a:endParaRPr lang="en-US" sz="1100" b="1" kern="0" dirty="0">
              <a:solidFill>
                <a:srgbClr val="E41680"/>
              </a:solidFill>
              <a:latin typeface=" Arial"/>
              <a:ea typeface="微软雅黑"/>
              <a:cs typeface="Arial" panose="020B0604020202020204" pitchFamily="34" charset="0"/>
            </a:endParaRPr>
          </a:p>
        </p:txBody>
      </p:sp>
      <p:pic>
        <p:nvPicPr>
          <p:cNvPr id="91" name="Picture 6" descr="https://officev7new.pro.dbox.huawei.com/minio/dbox-weboffice-v7/weboffice/shapes/100715720651_copy/5371df6b4a44500c678630fcbc664f4cf292af9d?AWSAccessKeyId=n6XMxgTt7ddlEAQi&amp;Expires=1752383196&amp;response-expires=155303&amp;Signature=iMPH5hXmzamACbCC4%2BQCyJo6Sp8%3D">
            <a:extLst>
              <a:ext uri="{FF2B5EF4-FFF2-40B4-BE49-F238E27FC236}">
                <a16:creationId xmlns:a16="http://schemas.microsoft.com/office/drawing/2014/main" xmlns="" id="{DCC53788-0CCF-41AE-A7D4-8602F03D38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3723" y="3131336"/>
            <a:ext cx="333115" cy="27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" name="矩形: 圆角 23">
            <a:extLst>
              <a:ext uri="{FF2B5EF4-FFF2-40B4-BE49-F238E27FC236}">
                <a16:creationId xmlns:a16="http://schemas.microsoft.com/office/drawing/2014/main" xmlns="" id="{E143DED9-453F-4D89-A5F7-5ABE9DEA2861}"/>
              </a:ext>
            </a:extLst>
          </p:cNvPr>
          <p:cNvSpPr/>
          <p:nvPr/>
        </p:nvSpPr>
        <p:spPr>
          <a:xfrm>
            <a:off x="6218644" y="4272255"/>
            <a:ext cx="5363686" cy="2074717"/>
          </a:xfrm>
          <a:prstGeom prst="roundRect">
            <a:avLst/>
          </a:prstGeom>
          <a:solidFill>
            <a:srgbClr val="FFFFFF">
              <a:lumMod val="9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368" tIns="45684" rIns="91368" bIns="4568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8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93" name="TextBox 156">
            <a:extLst>
              <a:ext uri="{FF2B5EF4-FFF2-40B4-BE49-F238E27FC236}">
                <a16:creationId xmlns:a16="http://schemas.microsoft.com/office/drawing/2014/main" xmlns="" id="{114342B2-5311-4483-AE3C-E69F646CAC9A}"/>
              </a:ext>
            </a:extLst>
          </p:cNvPr>
          <p:cNvSpPr txBox="1"/>
          <p:nvPr/>
        </p:nvSpPr>
        <p:spPr>
          <a:xfrm>
            <a:off x="6172268" y="3749239"/>
            <a:ext cx="5478720" cy="523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623609">
              <a:defRPr/>
            </a:pPr>
            <a:r>
              <a:rPr lang="en-US" altLang="en-US" sz="1399" b="1" kern="0" dirty="0">
                <a:solidFill>
                  <a:srgbClr val="E41680"/>
                </a:solidFill>
                <a:latin typeface=" Arial"/>
                <a:ea typeface="微软雅黑"/>
                <a:cs typeface="Arial" panose="020B0604020202020204" pitchFamily="34" charset="0"/>
              </a:rPr>
              <a:t>Challenge 2: Manual Optimization is Low-efficiency for Experience A</a:t>
            </a:r>
            <a:r>
              <a:rPr lang="en-US" altLang="en-US" sz="1399" b="1" kern="0" dirty="0" err="1">
                <a:solidFill>
                  <a:srgbClr val="E41680"/>
                </a:solidFill>
                <a:latin typeface=" Arial"/>
                <a:ea typeface="微软雅黑"/>
                <a:cs typeface="Arial" panose="020B0604020202020204" pitchFamily="34" charset="0"/>
              </a:rPr>
              <a:t>ssurance</a:t>
            </a:r>
            <a:r>
              <a:rPr lang="en-US" altLang="en-US" sz="1399" b="1" kern="0" dirty="0">
                <a:solidFill>
                  <a:srgbClr val="E41680"/>
                </a:solidFill>
                <a:latin typeface=" Arial"/>
                <a:ea typeface="微软雅黑"/>
                <a:cs typeface="Arial" panose="020B0604020202020204" pitchFamily="34" charset="0"/>
              </a:rPr>
              <a:t>/Compliant Handling</a:t>
            </a:r>
            <a:endParaRPr lang="en-US" sz="1399" kern="0" dirty="0">
              <a:solidFill>
                <a:srgbClr val="E41680"/>
              </a:solidFill>
              <a:latin typeface=" Arial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94" name="TextBox 156">
            <a:extLst>
              <a:ext uri="{FF2B5EF4-FFF2-40B4-BE49-F238E27FC236}">
                <a16:creationId xmlns:a16="http://schemas.microsoft.com/office/drawing/2014/main" xmlns="" id="{310FA0A3-638A-4335-ABB3-ADDAC12DBB60}"/>
              </a:ext>
            </a:extLst>
          </p:cNvPr>
          <p:cNvSpPr txBox="1"/>
          <p:nvPr/>
        </p:nvSpPr>
        <p:spPr>
          <a:xfrm>
            <a:off x="6801019" y="3262230"/>
            <a:ext cx="4727886" cy="4614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623609">
              <a:defRPr/>
            </a:pPr>
            <a:r>
              <a:rPr lang="en-US" altLang="zh-CN" sz="1200" kern="0" dirty="0">
                <a:solidFill>
                  <a:srgbClr val="1D1D1A"/>
                </a:solidFill>
                <a:latin typeface=" Arial"/>
                <a:ea typeface="微软雅黑"/>
                <a:cs typeface="Arial" panose="020B0604020202020204" pitchFamily="34" charset="0"/>
              </a:rPr>
              <a:t>Hour-level traffic monitoring cannot capture the traffic burst occur at minute-level</a:t>
            </a:r>
            <a:endParaRPr lang="en-US" sz="1200" kern="0" dirty="0">
              <a:solidFill>
                <a:srgbClr val="1D1D1A"/>
              </a:solidFill>
              <a:latin typeface=" Arial"/>
              <a:ea typeface="微软雅黑"/>
              <a:cs typeface="Arial" panose="020B0604020202020204" pitchFamily="34" charset="0"/>
            </a:endParaRPr>
          </a:p>
        </p:txBody>
      </p:sp>
      <p:grpSp>
        <p:nvGrpSpPr>
          <p:cNvPr id="95" name="组合 94">
            <a:extLst>
              <a:ext uri="{FF2B5EF4-FFF2-40B4-BE49-F238E27FC236}">
                <a16:creationId xmlns:a16="http://schemas.microsoft.com/office/drawing/2014/main" xmlns="" id="{7EA3A019-7EA1-4770-84D5-39DF0044C020}"/>
              </a:ext>
            </a:extLst>
          </p:cNvPr>
          <p:cNvGrpSpPr/>
          <p:nvPr/>
        </p:nvGrpSpPr>
        <p:grpSpPr>
          <a:xfrm>
            <a:off x="8407373" y="1922340"/>
            <a:ext cx="3174956" cy="1337492"/>
            <a:chOff x="8475636" y="1579581"/>
            <a:chExt cx="5070003" cy="1815081"/>
          </a:xfrm>
        </p:grpSpPr>
        <p:sp>
          <p:nvSpPr>
            <p:cNvPr id="96" name="矩形 95">
              <a:extLst>
                <a:ext uri="{FF2B5EF4-FFF2-40B4-BE49-F238E27FC236}">
                  <a16:creationId xmlns:a16="http://schemas.microsoft.com/office/drawing/2014/main" xmlns="" id="{5B935DED-2F50-437F-98A2-0194403ACF89}"/>
                </a:ext>
              </a:extLst>
            </p:cNvPr>
            <p:cNvSpPr/>
            <p:nvPr/>
          </p:nvSpPr>
          <p:spPr>
            <a:xfrm>
              <a:off x="8475636" y="2518618"/>
              <a:ext cx="294877" cy="375763"/>
            </a:xfrm>
            <a:prstGeom prst="rect">
              <a:avLst/>
            </a:prstGeom>
          </p:spPr>
          <p:txBody>
            <a:bodyPr wrap="none">
              <a:noAutofit/>
            </a:bodyPr>
            <a:lstStyle/>
            <a:p>
              <a:pPr fontAlgn="ctr">
                <a:defRPr/>
              </a:pPr>
              <a:endParaRPr lang="en-US" altLang="zh-CN" sz="1200" dirty="0">
                <a:solidFill>
                  <a:srgbClr val="1D1D1A"/>
                </a:solidFill>
                <a:latin typeface="Arial" panose="020B0604020202020204" pitchFamily="34" charset="0"/>
                <a:ea typeface="微软雅黑"/>
              </a:endParaRPr>
            </a:p>
          </p:txBody>
        </p:sp>
        <p:sp>
          <p:nvSpPr>
            <p:cNvPr id="97" name="矩形 96">
              <a:extLst>
                <a:ext uri="{FF2B5EF4-FFF2-40B4-BE49-F238E27FC236}">
                  <a16:creationId xmlns:a16="http://schemas.microsoft.com/office/drawing/2014/main" xmlns="" id="{EA70447B-2AA2-4B45-800C-B3DF107A97FB}"/>
                </a:ext>
              </a:extLst>
            </p:cNvPr>
            <p:cNvSpPr/>
            <p:nvPr/>
          </p:nvSpPr>
          <p:spPr>
            <a:xfrm>
              <a:off x="9261980" y="2725456"/>
              <a:ext cx="1120285" cy="423257"/>
            </a:xfrm>
            <a:prstGeom prst="rect">
              <a:avLst/>
            </a:prstGeom>
            <a:solidFill>
              <a:srgbClr val="DFF3D2">
                <a:alpha val="69804"/>
              </a:srgbClr>
            </a:solidFill>
            <a:ln w="12700" cap="flat" cmpd="sng" algn="ctr">
              <a:solidFill>
                <a:srgbClr val="1D1D1A"/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fontAlgn="ctr">
                <a:defRPr/>
              </a:pPr>
              <a:endParaRPr lang="en-US" altLang="zh-CN" sz="1599" kern="0" dirty="0">
                <a:solidFill>
                  <a:srgbClr val="666666"/>
                </a:solidFill>
                <a:latin typeface="Arial" panose="020B0604020202020204" pitchFamily="34" charset="0"/>
                <a:ea typeface="等线" panose="02010600030101010101" pitchFamily="2" charset="-122"/>
              </a:endParaRPr>
            </a:p>
          </p:txBody>
        </p:sp>
        <p:cxnSp>
          <p:nvCxnSpPr>
            <p:cNvPr id="98" name="直接箭头连接符 97">
              <a:extLst>
                <a:ext uri="{FF2B5EF4-FFF2-40B4-BE49-F238E27FC236}">
                  <a16:creationId xmlns:a16="http://schemas.microsoft.com/office/drawing/2014/main" xmlns="" id="{D190CFF9-E5BE-4033-89C2-E77D2E983ACC}"/>
                </a:ext>
              </a:extLst>
            </p:cNvPr>
            <p:cNvCxnSpPr/>
            <p:nvPr/>
          </p:nvCxnSpPr>
          <p:spPr>
            <a:xfrm flipV="1">
              <a:off x="9045759" y="1614835"/>
              <a:ext cx="0" cy="1533879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xmlns="" id="{3DD9821B-6500-4CC2-A026-DF2347D7E6B0}"/>
                </a:ext>
              </a:extLst>
            </p:cNvPr>
            <p:cNvSpPr txBox="1"/>
            <p:nvPr/>
          </p:nvSpPr>
          <p:spPr>
            <a:xfrm>
              <a:off x="8958342" y="3177400"/>
              <a:ext cx="475419" cy="1878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fontAlgn="ctr">
                <a:defRPr/>
              </a:pPr>
              <a:r>
                <a:rPr lang="en-US" sz="900">
                  <a:solidFill>
                    <a:srgbClr val="000000"/>
                  </a:solidFill>
                  <a:latin typeface="Arial" panose="020B0604020202020204" pitchFamily="34" charset="0"/>
                </a:rPr>
                <a:t>9:00</a:t>
              </a:r>
              <a:endParaRPr kumimoji="1" lang="en-US" altLang="zh-CN" sz="900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100" name="文本框 99">
              <a:extLst>
                <a:ext uri="{FF2B5EF4-FFF2-40B4-BE49-F238E27FC236}">
                  <a16:creationId xmlns:a16="http://schemas.microsoft.com/office/drawing/2014/main" xmlns="" id="{1DC68AE0-14DA-499E-919D-CD3BD67E7EF8}"/>
                </a:ext>
              </a:extLst>
            </p:cNvPr>
            <p:cNvSpPr txBox="1"/>
            <p:nvPr/>
          </p:nvSpPr>
          <p:spPr>
            <a:xfrm>
              <a:off x="10718233" y="1842975"/>
              <a:ext cx="1235549" cy="2342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fontAlgn="ctr">
                <a:defRPr/>
              </a:pPr>
              <a:r>
                <a:rPr 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Burst traffic</a:t>
              </a:r>
              <a:endParaRPr lang="en-US" sz="1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1" name="文本框 100">
              <a:extLst>
                <a:ext uri="{FF2B5EF4-FFF2-40B4-BE49-F238E27FC236}">
                  <a16:creationId xmlns:a16="http://schemas.microsoft.com/office/drawing/2014/main" xmlns="" id="{40377E47-2DF2-4336-B2FA-263F9E3F16FE}"/>
                </a:ext>
              </a:extLst>
            </p:cNvPr>
            <p:cNvSpPr txBox="1"/>
            <p:nvPr/>
          </p:nvSpPr>
          <p:spPr>
            <a:xfrm>
              <a:off x="10203264" y="3184513"/>
              <a:ext cx="630769" cy="1878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>
                <a:defRPr kumimoji="1" sz="1100">
                  <a:solidFill>
                    <a:srgbClr val="000000"/>
                  </a:solidFill>
                  <a:latin typeface="Arial" panose="020B0604020202020204" pitchFamily="34" charset="-122"/>
                  <a:ea typeface="微软雅黑" panose="020B0503020204020204" pitchFamily="34" charset="-122"/>
                </a:defRPr>
              </a:lvl1pPr>
            </a:lstStyle>
            <a:p>
              <a:pPr fontAlgn="ctr">
                <a:defRPr/>
              </a:pPr>
              <a:r>
                <a:rPr lang="en-US" sz="900">
                  <a:latin typeface="Arial" panose="020B0604020202020204" pitchFamily="34" charset="0"/>
                </a:rPr>
                <a:t>10:00</a:t>
              </a:r>
              <a:endParaRPr lang="en-US" altLang="zh-CN" sz="900" kern="0" dirty="0">
                <a:latin typeface="Arial" panose="020B0604020202020204" pitchFamily="34" charset="0"/>
              </a:endParaRPr>
            </a:p>
          </p:txBody>
        </p:sp>
        <p:sp>
          <p:nvSpPr>
            <p:cNvPr id="102" name="文本框 101">
              <a:extLst>
                <a:ext uri="{FF2B5EF4-FFF2-40B4-BE49-F238E27FC236}">
                  <a16:creationId xmlns:a16="http://schemas.microsoft.com/office/drawing/2014/main" xmlns="" id="{F90B77FD-D7CD-45C8-85EB-3E3A433225E8}"/>
                </a:ext>
              </a:extLst>
            </p:cNvPr>
            <p:cNvSpPr txBox="1"/>
            <p:nvPr/>
          </p:nvSpPr>
          <p:spPr>
            <a:xfrm>
              <a:off x="12806772" y="3035203"/>
              <a:ext cx="738867" cy="1878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fontAlgn="ctr">
                <a:defRPr/>
              </a:pPr>
              <a:r>
                <a:rPr lang="en-US" sz="900">
                  <a:solidFill>
                    <a:srgbClr val="000000"/>
                  </a:solidFill>
                  <a:latin typeface="Arial" panose="020B0604020202020204" pitchFamily="34" charset="0"/>
                </a:rPr>
                <a:t>Hour</a:t>
              </a:r>
              <a:endParaRPr lang="en-US" sz="9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文本框 102">
              <a:extLst>
                <a:ext uri="{FF2B5EF4-FFF2-40B4-BE49-F238E27FC236}">
                  <a16:creationId xmlns:a16="http://schemas.microsoft.com/office/drawing/2014/main" xmlns="" id="{CB7BBEA7-8001-4E5A-ACCB-780D70CD08DB}"/>
                </a:ext>
              </a:extLst>
            </p:cNvPr>
            <p:cNvSpPr txBox="1"/>
            <p:nvPr/>
          </p:nvSpPr>
          <p:spPr>
            <a:xfrm>
              <a:off x="9123203" y="1579581"/>
              <a:ext cx="2097496" cy="234280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fontAlgn="ctr">
                <a:defRPr/>
              </a:pPr>
              <a:r>
                <a:rPr lang="en-US" sz="900" dirty="0">
                  <a:solidFill>
                    <a:srgbClr val="000000"/>
                  </a:solidFill>
                  <a:latin typeface="Arial" panose="020B0604020202020204" pitchFamily="34" charset="0"/>
                </a:rPr>
                <a:t>Load traffic statistics</a:t>
              </a: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xmlns="" id="{A8E2A426-E942-4F5F-AD7B-B9B11A9D00A3}"/>
                </a:ext>
              </a:extLst>
            </p:cNvPr>
            <p:cNvSpPr/>
            <p:nvPr/>
          </p:nvSpPr>
          <p:spPr>
            <a:xfrm>
              <a:off x="10383546" y="2662995"/>
              <a:ext cx="1120285" cy="489269"/>
            </a:xfrm>
            <a:prstGeom prst="rect">
              <a:avLst/>
            </a:prstGeom>
            <a:solidFill>
              <a:srgbClr val="DFF3D2">
                <a:alpha val="69804"/>
              </a:srgbClr>
            </a:solidFill>
            <a:ln w="12700" cap="flat" cmpd="sng" algn="ctr">
              <a:solidFill>
                <a:srgbClr val="1D1D1A"/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fontAlgn="ctr">
                <a:defRPr/>
              </a:pPr>
              <a:endParaRPr lang="en-US" altLang="zh-CN" sz="1599" kern="0" dirty="0">
                <a:solidFill>
                  <a:srgbClr val="666666"/>
                </a:solidFill>
                <a:latin typeface="Arial" panose="020B0604020202020204" pitchFamily="34" charset="0"/>
                <a:ea typeface="等线" panose="02010600030101010101" pitchFamily="2" charset="-122"/>
              </a:endParaRPr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xmlns="" id="{CBF8BD57-DB5C-4A33-91BE-F17CF254067A}"/>
                </a:ext>
              </a:extLst>
            </p:cNvPr>
            <p:cNvSpPr/>
            <p:nvPr/>
          </p:nvSpPr>
          <p:spPr>
            <a:xfrm>
              <a:off x="11504078" y="2592875"/>
              <a:ext cx="1120285" cy="555347"/>
            </a:xfrm>
            <a:prstGeom prst="rect">
              <a:avLst/>
            </a:prstGeom>
            <a:solidFill>
              <a:srgbClr val="DFF3D2">
                <a:alpha val="69804"/>
              </a:srgbClr>
            </a:solidFill>
            <a:ln w="12700" cap="flat" cmpd="sng" algn="ctr">
              <a:solidFill>
                <a:srgbClr val="1D1D1A"/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fontAlgn="ctr">
                <a:defRPr/>
              </a:pPr>
              <a:endParaRPr lang="en-US" altLang="zh-CN" sz="1599" kern="0" dirty="0">
                <a:solidFill>
                  <a:srgbClr val="666666"/>
                </a:solidFill>
                <a:latin typeface="Arial" panose="020B0604020202020204" pitchFamily="34" charset="0"/>
                <a:ea typeface="等线" panose="02010600030101010101" pitchFamily="2" charset="-122"/>
              </a:endParaRPr>
            </a:p>
          </p:txBody>
        </p:sp>
        <p:sp>
          <p:nvSpPr>
            <p:cNvPr id="106" name="文本框 105">
              <a:extLst>
                <a:ext uri="{FF2B5EF4-FFF2-40B4-BE49-F238E27FC236}">
                  <a16:creationId xmlns:a16="http://schemas.microsoft.com/office/drawing/2014/main" xmlns="" id="{12FB6F7D-1D4C-4F30-9E85-CF4E0BC5DF27}"/>
                </a:ext>
              </a:extLst>
            </p:cNvPr>
            <p:cNvSpPr txBox="1"/>
            <p:nvPr/>
          </p:nvSpPr>
          <p:spPr>
            <a:xfrm>
              <a:off x="11315250" y="3206781"/>
              <a:ext cx="630769" cy="1878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>
                <a:defRPr kumimoji="1" sz="1100">
                  <a:solidFill>
                    <a:srgbClr val="000000"/>
                  </a:solidFill>
                  <a:latin typeface="Arial" panose="020B0604020202020204" pitchFamily="34" charset="-122"/>
                  <a:ea typeface="微软雅黑" panose="020B0503020204020204" pitchFamily="34" charset="-122"/>
                </a:defRPr>
              </a:lvl1pPr>
            </a:lstStyle>
            <a:p>
              <a:pPr fontAlgn="ctr">
                <a:defRPr/>
              </a:pPr>
              <a:r>
                <a:rPr lang="en-US" sz="900">
                  <a:latin typeface="Arial" panose="020B0604020202020204" pitchFamily="34" charset="0"/>
                </a:rPr>
                <a:t>11:00</a:t>
              </a:r>
              <a:endParaRPr lang="en-US" altLang="zh-CN" sz="900" kern="0" dirty="0">
                <a:latin typeface="Arial" panose="020B0604020202020204" pitchFamily="34" charset="0"/>
              </a:endParaRPr>
            </a:p>
          </p:txBody>
        </p:sp>
        <p:sp>
          <p:nvSpPr>
            <p:cNvPr id="107" name="文本框 106">
              <a:extLst>
                <a:ext uri="{FF2B5EF4-FFF2-40B4-BE49-F238E27FC236}">
                  <a16:creationId xmlns:a16="http://schemas.microsoft.com/office/drawing/2014/main" xmlns="" id="{168979AE-F6F5-45E9-8887-A4DFE787112B}"/>
                </a:ext>
              </a:extLst>
            </p:cNvPr>
            <p:cNvSpPr txBox="1"/>
            <p:nvPr/>
          </p:nvSpPr>
          <p:spPr>
            <a:xfrm>
              <a:off x="12432196" y="3200495"/>
              <a:ext cx="630769" cy="18788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>
              <a:defPPr>
                <a:defRPr lang="en-US"/>
              </a:defPPr>
              <a:lvl1pPr>
                <a:defRPr kumimoji="1" sz="1100">
                  <a:solidFill>
                    <a:srgbClr val="000000"/>
                  </a:solidFill>
                  <a:latin typeface="Arial" panose="020B0604020202020204" pitchFamily="34" charset="-122"/>
                  <a:ea typeface="微软雅黑" panose="020B0503020204020204" pitchFamily="34" charset="-122"/>
                </a:defRPr>
              </a:lvl1pPr>
            </a:lstStyle>
            <a:p>
              <a:pPr fontAlgn="ctr">
                <a:defRPr/>
              </a:pPr>
              <a:r>
                <a:rPr lang="en-US" sz="900">
                  <a:latin typeface="Arial" panose="020B0604020202020204" pitchFamily="34" charset="0"/>
                </a:rPr>
                <a:t>12:00</a:t>
              </a:r>
              <a:endParaRPr lang="en-US" altLang="zh-CN" sz="900" kern="0" dirty="0">
                <a:latin typeface="Arial" panose="020B0604020202020204" pitchFamily="34" charset="0"/>
              </a:endParaRPr>
            </a:p>
          </p:txBody>
        </p: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xmlns="" id="{5DDA7E51-C17C-4901-9B9B-B57D3B82DF31}"/>
                </a:ext>
              </a:extLst>
            </p:cNvPr>
            <p:cNvCxnSpPr/>
            <p:nvPr/>
          </p:nvCxnSpPr>
          <p:spPr>
            <a:xfrm>
              <a:off x="11500600" y="2589854"/>
              <a:ext cx="1117054" cy="0"/>
            </a:xfrm>
            <a:prstGeom prst="line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xmlns="" id="{735489CA-F5F8-42D2-A0BE-9F68A09EE4D8}"/>
                </a:ext>
              </a:extLst>
            </p:cNvPr>
            <p:cNvCxnSpPr/>
            <p:nvPr/>
          </p:nvCxnSpPr>
          <p:spPr>
            <a:xfrm>
              <a:off x="9262036" y="2724497"/>
              <a:ext cx="1117054" cy="0"/>
            </a:xfrm>
            <a:prstGeom prst="line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xmlns="" id="{70AF20B1-FA20-465F-A633-6AAD812BAD0B}"/>
                </a:ext>
              </a:extLst>
            </p:cNvPr>
            <p:cNvCxnSpPr/>
            <p:nvPr/>
          </p:nvCxnSpPr>
          <p:spPr>
            <a:xfrm>
              <a:off x="10383546" y="2661774"/>
              <a:ext cx="1117054" cy="0"/>
            </a:xfrm>
            <a:prstGeom prst="line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</p:cxnSp>
        <p:cxnSp>
          <p:nvCxnSpPr>
            <p:cNvPr id="114" name="直接箭头连接符 113">
              <a:extLst>
                <a:ext uri="{FF2B5EF4-FFF2-40B4-BE49-F238E27FC236}">
                  <a16:creationId xmlns:a16="http://schemas.microsoft.com/office/drawing/2014/main" xmlns="" id="{49DD7781-3704-4C26-B58A-729553F20C90}"/>
                </a:ext>
              </a:extLst>
            </p:cNvPr>
            <p:cNvCxnSpPr/>
            <p:nvPr/>
          </p:nvCxnSpPr>
          <p:spPr>
            <a:xfrm>
              <a:off x="9045759" y="3148715"/>
              <a:ext cx="3700388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15" name="椭圆 114">
              <a:extLst>
                <a:ext uri="{FF2B5EF4-FFF2-40B4-BE49-F238E27FC236}">
                  <a16:creationId xmlns:a16="http://schemas.microsoft.com/office/drawing/2014/main" xmlns="" id="{F980C87F-EB41-46CF-8E64-EDAE3224F7A6}"/>
                </a:ext>
              </a:extLst>
            </p:cNvPr>
            <p:cNvSpPr/>
            <p:nvPr/>
          </p:nvSpPr>
          <p:spPr>
            <a:xfrm>
              <a:off x="9643923" y="2159434"/>
              <a:ext cx="443734" cy="560423"/>
            </a:xfrm>
            <a:prstGeom prst="ellipse">
              <a:avLst/>
            </a:prstGeom>
            <a:noFill/>
            <a:ln w="12700" cap="flat" cmpd="sng" algn="ctr">
              <a:solidFill>
                <a:srgbClr val="00B0F0"/>
              </a:solidFill>
              <a:prstDash val="dash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algn="ctr" fontAlgn="ctr">
                <a:defRPr/>
              </a:pPr>
              <a:endParaRPr lang="en-US" altLang="zh-CN" sz="1599" kern="0" dirty="0">
                <a:solidFill>
                  <a:srgbClr val="666666"/>
                </a:solidFill>
                <a:latin typeface="Arial" panose="020B0604020202020204" pitchFamily="34" charset="0"/>
                <a:ea typeface="等线" panose="02010600030101010101" pitchFamily="2" charset="-122"/>
              </a:endParaRPr>
            </a:p>
          </p:txBody>
        </p:sp>
      </p:grpSp>
      <p:sp>
        <p:nvSpPr>
          <p:cNvPr id="116" name="等腰三角形 115">
            <a:extLst>
              <a:ext uri="{FF2B5EF4-FFF2-40B4-BE49-F238E27FC236}">
                <a16:creationId xmlns:a16="http://schemas.microsoft.com/office/drawing/2014/main" xmlns="" id="{43CC6120-CE93-493C-A501-2A176B2274A4}"/>
              </a:ext>
            </a:extLst>
          </p:cNvPr>
          <p:cNvSpPr/>
          <p:nvPr/>
        </p:nvSpPr>
        <p:spPr>
          <a:xfrm rot="5400000">
            <a:off x="8425541" y="2431903"/>
            <a:ext cx="327674" cy="156061"/>
          </a:xfrm>
          <a:prstGeom prst="triangle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fontAlgn="ctr">
              <a:defRPr/>
            </a:pPr>
            <a:endParaRPr lang="en-US" altLang="zh-CN" sz="1799" kern="0" dirty="0">
              <a:solidFill>
                <a:srgbClr val="666666"/>
              </a:solidFill>
              <a:latin typeface="Arial" panose="020B0604020202020204" pitchFamily="34" charset="0"/>
              <a:ea typeface="等线" panose="02010600030101010101" pitchFamily="2" charset="-122"/>
            </a:endParaRPr>
          </a:p>
        </p:txBody>
      </p:sp>
      <p:sp>
        <p:nvSpPr>
          <p:cNvPr id="118" name="Freeform 10">
            <a:extLst>
              <a:ext uri="{FF2B5EF4-FFF2-40B4-BE49-F238E27FC236}">
                <a16:creationId xmlns:a16="http://schemas.microsoft.com/office/drawing/2014/main" xmlns="" id="{0D5A38E7-B8D2-4587-9E3D-C2CAC4A29360}"/>
              </a:ext>
            </a:extLst>
          </p:cNvPr>
          <p:cNvSpPr/>
          <p:nvPr/>
        </p:nvSpPr>
        <p:spPr bwMode="auto">
          <a:xfrm>
            <a:off x="7432594" y="4541546"/>
            <a:ext cx="1776095" cy="387868"/>
          </a:xfrm>
          <a:custGeom>
            <a:avLst/>
            <a:gdLst/>
            <a:ahLst/>
            <a:cxnLst>
              <a:cxn ang="0">
                <a:pos x="154" y="640"/>
              </a:cxn>
              <a:cxn ang="0">
                <a:pos x="112" y="626"/>
              </a:cxn>
              <a:cxn ang="0">
                <a:pos x="67" y="604"/>
              </a:cxn>
              <a:cxn ang="0">
                <a:pos x="25" y="563"/>
              </a:cxn>
              <a:cxn ang="0">
                <a:pos x="6" y="526"/>
              </a:cxn>
              <a:cxn ang="0">
                <a:pos x="0" y="491"/>
              </a:cxn>
              <a:cxn ang="0">
                <a:pos x="3" y="449"/>
              </a:cxn>
              <a:cxn ang="0">
                <a:pos x="10" y="419"/>
              </a:cxn>
              <a:cxn ang="0">
                <a:pos x="34" y="370"/>
              </a:cxn>
              <a:cxn ang="0">
                <a:pos x="85" y="315"/>
              </a:cxn>
              <a:cxn ang="0">
                <a:pos x="139" y="284"/>
              </a:cxn>
              <a:cxn ang="0">
                <a:pos x="187" y="269"/>
              </a:cxn>
              <a:cxn ang="0">
                <a:pos x="216" y="264"/>
              </a:cxn>
              <a:cxn ang="0">
                <a:pos x="222" y="231"/>
              </a:cxn>
              <a:cxn ang="0">
                <a:pos x="246" y="174"/>
              </a:cxn>
              <a:cxn ang="0">
                <a:pos x="298" y="108"/>
              </a:cxn>
              <a:cxn ang="0">
                <a:pos x="339" y="75"/>
              </a:cxn>
              <a:cxn ang="0">
                <a:pos x="391" y="47"/>
              </a:cxn>
              <a:cxn ang="0">
                <a:pos x="456" y="23"/>
              </a:cxn>
              <a:cxn ang="0">
                <a:pos x="535" y="6"/>
              </a:cxn>
              <a:cxn ang="0">
                <a:pos x="589" y="0"/>
              </a:cxn>
              <a:cxn ang="0">
                <a:pos x="663" y="1"/>
              </a:cxn>
              <a:cxn ang="0">
                <a:pos x="729" y="14"/>
              </a:cxn>
              <a:cxn ang="0">
                <a:pos x="803" y="38"/>
              </a:cxn>
              <a:cxn ang="0">
                <a:pos x="885" y="87"/>
              </a:cxn>
              <a:cxn ang="0">
                <a:pos x="936" y="137"/>
              </a:cxn>
              <a:cxn ang="0">
                <a:pos x="960" y="167"/>
              </a:cxn>
              <a:cxn ang="0">
                <a:pos x="1016" y="141"/>
              </a:cxn>
              <a:cxn ang="0">
                <a:pos x="1076" y="126"/>
              </a:cxn>
              <a:cxn ang="0">
                <a:pos x="1146" y="125"/>
              </a:cxn>
              <a:cxn ang="0">
                <a:pos x="1209" y="141"/>
              </a:cxn>
              <a:cxn ang="0">
                <a:pos x="1245" y="162"/>
              </a:cxn>
              <a:cxn ang="0">
                <a:pos x="1280" y="192"/>
              </a:cxn>
              <a:cxn ang="0">
                <a:pos x="1310" y="242"/>
              </a:cxn>
              <a:cxn ang="0">
                <a:pos x="1319" y="288"/>
              </a:cxn>
              <a:cxn ang="0">
                <a:pos x="1316" y="340"/>
              </a:cxn>
              <a:cxn ang="0">
                <a:pos x="1310" y="359"/>
              </a:cxn>
              <a:cxn ang="0">
                <a:pos x="1353" y="380"/>
              </a:cxn>
              <a:cxn ang="0">
                <a:pos x="1388" y="409"/>
              </a:cxn>
              <a:cxn ang="0">
                <a:pos x="1418" y="449"/>
              </a:cxn>
              <a:cxn ang="0">
                <a:pos x="1428" y="505"/>
              </a:cxn>
              <a:cxn ang="0">
                <a:pos x="1424" y="539"/>
              </a:cxn>
              <a:cxn ang="0">
                <a:pos x="1410" y="569"/>
              </a:cxn>
              <a:cxn ang="0">
                <a:pos x="1383" y="601"/>
              </a:cxn>
              <a:cxn ang="0">
                <a:pos x="1332" y="631"/>
              </a:cxn>
              <a:cxn ang="0">
                <a:pos x="1278" y="643"/>
              </a:cxn>
              <a:cxn ang="0">
                <a:pos x="1220" y="646"/>
              </a:cxn>
            </a:cxnLst>
            <a:rect l="0" t="0" r="r" b="b"/>
            <a:pathLst>
              <a:path w="1428" h="646">
                <a:moveTo>
                  <a:pt x="1220" y="646"/>
                </a:moveTo>
                <a:lnTo>
                  <a:pt x="154" y="640"/>
                </a:lnTo>
                <a:lnTo>
                  <a:pt x="154" y="640"/>
                </a:lnTo>
                <a:lnTo>
                  <a:pt x="145" y="637"/>
                </a:lnTo>
                <a:lnTo>
                  <a:pt x="126" y="632"/>
                </a:lnTo>
                <a:lnTo>
                  <a:pt x="112" y="626"/>
                </a:lnTo>
                <a:lnTo>
                  <a:pt x="99" y="620"/>
                </a:lnTo>
                <a:lnTo>
                  <a:pt x="82" y="613"/>
                </a:lnTo>
                <a:lnTo>
                  <a:pt x="67" y="604"/>
                </a:lnTo>
                <a:lnTo>
                  <a:pt x="52" y="592"/>
                </a:lnTo>
                <a:lnTo>
                  <a:pt x="37" y="578"/>
                </a:lnTo>
                <a:lnTo>
                  <a:pt x="25" y="563"/>
                </a:lnTo>
                <a:lnTo>
                  <a:pt x="15" y="545"/>
                </a:lnTo>
                <a:lnTo>
                  <a:pt x="10" y="536"/>
                </a:lnTo>
                <a:lnTo>
                  <a:pt x="6" y="526"/>
                </a:lnTo>
                <a:lnTo>
                  <a:pt x="3" y="515"/>
                </a:lnTo>
                <a:lnTo>
                  <a:pt x="1" y="503"/>
                </a:lnTo>
                <a:lnTo>
                  <a:pt x="0" y="491"/>
                </a:lnTo>
                <a:lnTo>
                  <a:pt x="0" y="478"/>
                </a:lnTo>
                <a:lnTo>
                  <a:pt x="1" y="464"/>
                </a:lnTo>
                <a:lnTo>
                  <a:pt x="3" y="449"/>
                </a:lnTo>
                <a:lnTo>
                  <a:pt x="3" y="449"/>
                </a:lnTo>
                <a:lnTo>
                  <a:pt x="6" y="434"/>
                </a:lnTo>
                <a:lnTo>
                  <a:pt x="10" y="419"/>
                </a:lnTo>
                <a:lnTo>
                  <a:pt x="16" y="406"/>
                </a:lnTo>
                <a:lnTo>
                  <a:pt x="22" y="392"/>
                </a:lnTo>
                <a:lnTo>
                  <a:pt x="34" y="370"/>
                </a:lnTo>
                <a:lnTo>
                  <a:pt x="51" y="349"/>
                </a:lnTo>
                <a:lnTo>
                  <a:pt x="67" y="331"/>
                </a:lnTo>
                <a:lnTo>
                  <a:pt x="85" y="315"/>
                </a:lnTo>
                <a:lnTo>
                  <a:pt x="103" y="303"/>
                </a:lnTo>
                <a:lnTo>
                  <a:pt x="121" y="293"/>
                </a:lnTo>
                <a:lnTo>
                  <a:pt x="139" y="284"/>
                </a:lnTo>
                <a:lnTo>
                  <a:pt x="157" y="278"/>
                </a:lnTo>
                <a:lnTo>
                  <a:pt x="172" y="273"/>
                </a:lnTo>
                <a:lnTo>
                  <a:pt x="187" y="269"/>
                </a:lnTo>
                <a:lnTo>
                  <a:pt x="207" y="266"/>
                </a:lnTo>
                <a:lnTo>
                  <a:pt x="216" y="264"/>
                </a:lnTo>
                <a:lnTo>
                  <a:pt x="216" y="264"/>
                </a:lnTo>
                <a:lnTo>
                  <a:pt x="216" y="255"/>
                </a:lnTo>
                <a:lnTo>
                  <a:pt x="219" y="245"/>
                </a:lnTo>
                <a:lnTo>
                  <a:pt x="222" y="231"/>
                </a:lnTo>
                <a:lnTo>
                  <a:pt x="228" y="213"/>
                </a:lnTo>
                <a:lnTo>
                  <a:pt x="235" y="195"/>
                </a:lnTo>
                <a:lnTo>
                  <a:pt x="246" y="174"/>
                </a:lnTo>
                <a:lnTo>
                  <a:pt x="259" y="152"/>
                </a:lnTo>
                <a:lnTo>
                  <a:pt x="277" y="131"/>
                </a:lnTo>
                <a:lnTo>
                  <a:pt x="298" y="108"/>
                </a:lnTo>
                <a:lnTo>
                  <a:pt x="310" y="96"/>
                </a:lnTo>
                <a:lnTo>
                  <a:pt x="324" y="86"/>
                </a:lnTo>
                <a:lnTo>
                  <a:pt x="339" y="75"/>
                </a:lnTo>
                <a:lnTo>
                  <a:pt x="355" y="66"/>
                </a:lnTo>
                <a:lnTo>
                  <a:pt x="372" y="56"/>
                </a:lnTo>
                <a:lnTo>
                  <a:pt x="391" y="47"/>
                </a:lnTo>
                <a:lnTo>
                  <a:pt x="411" y="38"/>
                </a:lnTo>
                <a:lnTo>
                  <a:pt x="433" y="30"/>
                </a:lnTo>
                <a:lnTo>
                  <a:pt x="456" y="23"/>
                </a:lnTo>
                <a:lnTo>
                  <a:pt x="480" y="17"/>
                </a:lnTo>
                <a:lnTo>
                  <a:pt x="507" y="11"/>
                </a:lnTo>
                <a:lnTo>
                  <a:pt x="535" y="6"/>
                </a:lnTo>
                <a:lnTo>
                  <a:pt x="535" y="6"/>
                </a:lnTo>
                <a:lnTo>
                  <a:pt x="562" y="3"/>
                </a:lnTo>
                <a:lnTo>
                  <a:pt x="589" y="0"/>
                </a:lnTo>
                <a:lnTo>
                  <a:pt x="615" y="0"/>
                </a:lnTo>
                <a:lnTo>
                  <a:pt x="641" y="0"/>
                </a:lnTo>
                <a:lnTo>
                  <a:pt x="663" y="1"/>
                </a:lnTo>
                <a:lnTo>
                  <a:pt x="687" y="4"/>
                </a:lnTo>
                <a:lnTo>
                  <a:pt x="708" y="9"/>
                </a:lnTo>
                <a:lnTo>
                  <a:pt x="729" y="14"/>
                </a:lnTo>
                <a:lnTo>
                  <a:pt x="749" y="18"/>
                </a:lnTo>
                <a:lnTo>
                  <a:pt x="768" y="24"/>
                </a:lnTo>
                <a:lnTo>
                  <a:pt x="803" y="38"/>
                </a:lnTo>
                <a:lnTo>
                  <a:pt x="833" y="54"/>
                </a:lnTo>
                <a:lnTo>
                  <a:pt x="861" y="71"/>
                </a:lnTo>
                <a:lnTo>
                  <a:pt x="885" y="87"/>
                </a:lnTo>
                <a:lnTo>
                  <a:pt x="905" y="105"/>
                </a:lnTo>
                <a:lnTo>
                  <a:pt x="923" y="122"/>
                </a:lnTo>
                <a:lnTo>
                  <a:pt x="936" y="137"/>
                </a:lnTo>
                <a:lnTo>
                  <a:pt x="954" y="159"/>
                </a:lnTo>
                <a:lnTo>
                  <a:pt x="960" y="167"/>
                </a:lnTo>
                <a:lnTo>
                  <a:pt x="960" y="167"/>
                </a:lnTo>
                <a:lnTo>
                  <a:pt x="968" y="164"/>
                </a:lnTo>
                <a:lnTo>
                  <a:pt x="986" y="153"/>
                </a:lnTo>
                <a:lnTo>
                  <a:pt x="1016" y="141"/>
                </a:lnTo>
                <a:lnTo>
                  <a:pt x="1034" y="135"/>
                </a:lnTo>
                <a:lnTo>
                  <a:pt x="1053" y="131"/>
                </a:lnTo>
                <a:lnTo>
                  <a:pt x="1076" y="126"/>
                </a:lnTo>
                <a:lnTo>
                  <a:pt x="1098" y="123"/>
                </a:lnTo>
                <a:lnTo>
                  <a:pt x="1121" y="123"/>
                </a:lnTo>
                <a:lnTo>
                  <a:pt x="1146" y="125"/>
                </a:lnTo>
                <a:lnTo>
                  <a:pt x="1170" y="128"/>
                </a:lnTo>
                <a:lnTo>
                  <a:pt x="1196" y="137"/>
                </a:lnTo>
                <a:lnTo>
                  <a:pt x="1209" y="141"/>
                </a:lnTo>
                <a:lnTo>
                  <a:pt x="1221" y="147"/>
                </a:lnTo>
                <a:lnTo>
                  <a:pt x="1233" y="155"/>
                </a:lnTo>
                <a:lnTo>
                  <a:pt x="1245" y="162"/>
                </a:lnTo>
                <a:lnTo>
                  <a:pt x="1245" y="162"/>
                </a:lnTo>
                <a:lnTo>
                  <a:pt x="1265" y="177"/>
                </a:lnTo>
                <a:lnTo>
                  <a:pt x="1280" y="192"/>
                </a:lnTo>
                <a:lnTo>
                  <a:pt x="1292" y="209"/>
                </a:lnTo>
                <a:lnTo>
                  <a:pt x="1302" y="225"/>
                </a:lnTo>
                <a:lnTo>
                  <a:pt x="1310" y="242"/>
                </a:lnTo>
                <a:lnTo>
                  <a:pt x="1314" y="258"/>
                </a:lnTo>
                <a:lnTo>
                  <a:pt x="1317" y="273"/>
                </a:lnTo>
                <a:lnTo>
                  <a:pt x="1319" y="288"/>
                </a:lnTo>
                <a:lnTo>
                  <a:pt x="1319" y="303"/>
                </a:lnTo>
                <a:lnTo>
                  <a:pt x="1319" y="317"/>
                </a:lnTo>
                <a:lnTo>
                  <a:pt x="1316" y="340"/>
                </a:lnTo>
                <a:lnTo>
                  <a:pt x="1311" y="355"/>
                </a:lnTo>
                <a:lnTo>
                  <a:pt x="1310" y="359"/>
                </a:lnTo>
                <a:lnTo>
                  <a:pt x="1310" y="359"/>
                </a:lnTo>
                <a:lnTo>
                  <a:pt x="1316" y="362"/>
                </a:lnTo>
                <a:lnTo>
                  <a:pt x="1331" y="368"/>
                </a:lnTo>
                <a:lnTo>
                  <a:pt x="1353" y="380"/>
                </a:lnTo>
                <a:lnTo>
                  <a:pt x="1365" y="388"/>
                </a:lnTo>
                <a:lnTo>
                  <a:pt x="1377" y="398"/>
                </a:lnTo>
                <a:lnTo>
                  <a:pt x="1388" y="409"/>
                </a:lnTo>
                <a:lnTo>
                  <a:pt x="1400" y="421"/>
                </a:lnTo>
                <a:lnTo>
                  <a:pt x="1409" y="434"/>
                </a:lnTo>
                <a:lnTo>
                  <a:pt x="1418" y="449"/>
                </a:lnTo>
                <a:lnTo>
                  <a:pt x="1424" y="466"/>
                </a:lnTo>
                <a:lnTo>
                  <a:pt x="1428" y="485"/>
                </a:lnTo>
                <a:lnTo>
                  <a:pt x="1428" y="505"/>
                </a:lnTo>
                <a:lnTo>
                  <a:pt x="1425" y="527"/>
                </a:lnTo>
                <a:lnTo>
                  <a:pt x="1425" y="527"/>
                </a:lnTo>
                <a:lnTo>
                  <a:pt x="1424" y="539"/>
                </a:lnTo>
                <a:lnTo>
                  <a:pt x="1419" y="550"/>
                </a:lnTo>
                <a:lnTo>
                  <a:pt x="1415" y="560"/>
                </a:lnTo>
                <a:lnTo>
                  <a:pt x="1410" y="569"/>
                </a:lnTo>
                <a:lnTo>
                  <a:pt x="1404" y="578"/>
                </a:lnTo>
                <a:lnTo>
                  <a:pt x="1397" y="587"/>
                </a:lnTo>
                <a:lnTo>
                  <a:pt x="1383" y="601"/>
                </a:lnTo>
                <a:lnTo>
                  <a:pt x="1367" y="613"/>
                </a:lnTo>
                <a:lnTo>
                  <a:pt x="1350" y="623"/>
                </a:lnTo>
                <a:lnTo>
                  <a:pt x="1332" y="631"/>
                </a:lnTo>
                <a:lnTo>
                  <a:pt x="1314" y="635"/>
                </a:lnTo>
                <a:lnTo>
                  <a:pt x="1296" y="640"/>
                </a:lnTo>
                <a:lnTo>
                  <a:pt x="1278" y="643"/>
                </a:lnTo>
                <a:lnTo>
                  <a:pt x="1248" y="646"/>
                </a:lnTo>
                <a:lnTo>
                  <a:pt x="1229" y="646"/>
                </a:lnTo>
                <a:lnTo>
                  <a:pt x="1220" y="646"/>
                </a:lnTo>
                <a:lnTo>
                  <a:pt x="1220" y="646"/>
                </a:lnTo>
                <a:close/>
              </a:path>
            </a:pathLst>
          </a:custGeom>
          <a:gradFill flip="none" rotWithShape="1">
            <a:gsLst>
              <a:gs pos="0">
                <a:srgbClr val="5ABAE0"/>
              </a:gs>
              <a:gs pos="55000">
                <a:srgbClr val="21DFE9">
                  <a:alpha val="10000"/>
                </a:srgbClr>
              </a:gs>
              <a:gs pos="100000">
                <a:srgbClr val="21DFE9">
                  <a:alpha val="5000"/>
                </a:srgbClr>
              </a:gs>
            </a:gsLst>
            <a:lin ang="5400000" scaled="1"/>
          </a:gradFill>
          <a:ln w="6350" cap="flat" cmpd="sng" algn="ctr">
            <a:gradFill flip="none" rotWithShape="1">
              <a:gsLst>
                <a:gs pos="0">
                  <a:srgbClr val="4BF0F0"/>
                </a:gs>
                <a:gs pos="47000">
                  <a:srgbClr val="4BF0F0">
                    <a:alpha val="0"/>
                  </a:srgbClr>
                </a:gs>
                <a:gs pos="100000">
                  <a:srgbClr val="4BF0F0">
                    <a:alpha val="87000"/>
                  </a:srgbClr>
                </a:gs>
              </a:gsLst>
              <a:path path="circle">
                <a:fillToRect l="100000" b="100000"/>
              </a:path>
              <a:tileRect t="-100000" r="-100000"/>
            </a:gradFill>
            <a:prstDash val="solid"/>
            <a:miter lim="800000"/>
          </a:ln>
          <a:effectLst/>
        </p:spPr>
        <p:txBody>
          <a:bodyPr wrap="none" anchor="ctr">
            <a:noAutofit/>
          </a:bodyPr>
          <a:lstStyle/>
          <a:p>
            <a:pPr algn="ctr" defTabSz="1040349" fontAlgn="ctr">
              <a:buClr>
                <a:srgbClr val="666666"/>
              </a:buClr>
              <a:buSzPct val="60000"/>
              <a:defRPr/>
            </a:pPr>
            <a:r>
              <a:rPr lang="en-US" sz="1000" b="1" dirty="0">
                <a:solidFill>
                  <a:srgbClr val="1D1D1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Offline Tools</a:t>
            </a:r>
            <a:endParaRPr lang="en-US" altLang="zh-CN" sz="1000" b="1" kern="0" dirty="0">
              <a:solidFill>
                <a:srgbClr val="1D1D1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cs typeface="Arial" panose="020B0604020202020204" pitchFamily="34" charset="0"/>
              <a:sym typeface="Arial Narrow" panose="020B0606020202030204" pitchFamily="34" charset="0"/>
            </a:endParaRPr>
          </a:p>
        </p:txBody>
      </p:sp>
      <p:grpSp>
        <p:nvGrpSpPr>
          <p:cNvPr id="119" name="组合 118">
            <a:extLst>
              <a:ext uri="{FF2B5EF4-FFF2-40B4-BE49-F238E27FC236}">
                <a16:creationId xmlns:a16="http://schemas.microsoft.com/office/drawing/2014/main" xmlns="" id="{2C500033-DD7D-468B-81DA-45EC8459CC62}"/>
              </a:ext>
            </a:extLst>
          </p:cNvPr>
          <p:cNvGrpSpPr/>
          <p:nvPr/>
        </p:nvGrpSpPr>
        <p:grpSpPr>
          <a:xfrm>
            <a:off x="6596905" y="4893875"/>
            <a:ext cx="4522751" cy="1003053"/>
            <a:chOff x="6521372" y="4452778"/>
            <a:chExt cx="1756249" cy="977262"/>
          </a:xfrm>
        </p:grpSpPr>
        <p:pic>
          <p:nvPicPr>
            <p:cNvPr id="120" name="图片 104">
              <a:extLst>
                <a:ext uri="{FF2B5EF4-FFF2-40B4-BE49-F238E27FC236}">
                  <a16:creationId xmlns:a16="http://schemas.microsoft.com/office/drawing/2014/main" xmlns="" id="{6805D47D-C182-40D8-A244-7280231A4B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 cstate="print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911" t="-819" r="31422" b="818"/>
            <a:stretch>
              <a:fillRect/>
            </a:stretch>
          </p:blipFill>
          <p:spPr bwMode="auto">
            <a:xfrm rot="5400000">
              <a:off x="7193221" y="4258881"/>
              <a:ext cx="377894" cy="7656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30" name="矩形: 圆角 115">
              <a:extLst>
                <a:ext uri="{FF2B5EF4-FFF2-40B4-BE49-F238E27FC236}">
                  <a16:creationId xmlns:a16="http://schemas.microsoft.com/office/drawing/2014/main" xmlns="" id="{F87BB755-3DBD-47B6-99C3-46823CB4EEE4}"/>
                </a:ext>
              </a:extLst>
            </p:cNvPr>
            <p:cNvSpPr/>
            <p:nvPr/>
          </p:nvSpPr>
          <p:spPr>
            <a:xfrm>
              <a:off x="6521372" y="4583485"/>
              <a:ext cx="336895" cy="595827"/>
            </a:xfrm>
            <a:prstGeom prst="roundRect">
              <a:avLst/>
            </a:prstGeom>
            <a:solidFill>
              <a:srgbClr val="9EDB79">
                <a:alpha val="69804"/>
              </a:srgbClr>
            </a:solidFill>
            <a:ln w="6350" cap="flat" cmpd="sng" algn="ctr">
              <a:solidFill>
                <a:srgbClr val="30B5C5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ctr">
                <a:defRPr/>
              </a:pPr>
              <a:r>
                <a:rPr lang="en-US" sz="1000" dirty="0">
                  <a:solidFill>
                    <a:srgbClr val="1D1D1A"/>
                  </a:solidFill>
                  <a:latin typeface="Arial" panose="020B0604020202020204" pitchFamily="34" charset="0"/>
                </a:rPr>
                <a:t>Data collection</a:t>
              </a:r>
            </a:p>
          </p:txBody>
        </p:sp>
        <p:sp>
          <p:nvSpPr>
            <p:cNvPr id="131" name="矩形: 圆角 116">
              <a:extLst>
                <a:ext uri="{FF2B5EF4-FFF2-40B4-BE49-F238E27FC236}">
                  <a16:creationId xmlns:a16="http://schemas.microsoft.com/office/drawing/2014/main" xmlns="" id="{CE9E7D14-1AED-4EAF-9FF5-6F223ECF05C2}"/>
                </a:ext>
              </a:extLst>
            </p:cNvPr>
            <p:cNvSpPr/>
            <p:nvPr/>
          </p:nvSpPr>
          <p:spPr>
            <a:xfrm>
              <a:off x="6979250" y="4583485"/>
              <a:ext cx="352633" cy="597034"/>
            </a:xfrm>
            <a:prstGeom prst="roundRect">
              <a:avLst/>
            </a:prstGeom>
            <a:solidFill>
              <a:srgbClr val="9EDB79">
                <a:alpha val="69804"/>
              </a:srgbClr>
            </a:solidFill>
            <a:ln w="6350" cap="flat" cmpd="sng" algn="ctr">
              <a:solidFill>
                <a:srgbClr val="30B5C5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ctr">
                <a:defRPr/>
              </a:pPr>
              <a:r>
                <a:rPr lang="en-US" sz="1000" dirty="0">
                  <a:solidFill>
                    <a:srgbClr val="1D1D1A"/>
                  </a:solidFill>
                  <a:latin typeface="Arial" panose="020B0604020202020204" pitchFamily="34" charset="0"/>
                </a:rPr>
                <a:t>Issue analysis</a:t>
              </a:r>
            </a:p>
          </p:txBody>
        </p:sp>
        <p:sp>
          <p:nvSpPr>
            <p:cNvPr id="132" name="矩形: 圆角 117">
              <a:extLst>
                <a:ext uri="{FF2B5EF4-FFF2-40B4-BE49-F238E27FC236}">
                  <a16:creationId xmlns:a16="http://schemas.microsoft.com/office/drawing/2014/main" xmlns="" id="{DA11E958-4A33-4760-BE0A-70459D0A34CB}"/>
                </a:ext>
              </a:extLst>
            </p:cNvPr>
            <p:cNvSpPr/>
            <p:nvPr/>
          </p:nvSpPr>
          <p:spPr>
            <a:xfrm>
              <a:off x="7438226" y="4583485"/>
              <a:ext cx="357125" cy="597034"/>
            </a:xfrm>
            <a:prstGeom prst="roundRect">
              <a:avLst/>
            </a:prstGeom>
            <a:solidFill>
              <a:srgbClr val="FF0000"/>
            </a:solidFill>
            <a:ln w="6350" cap="flat" cmpd="sng" algn="ctr">
              <a:solidFill>
                <a:srgbClr val="30B5C5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ctr">
                <a:defRPr/>
              </a:pPr>
              <a:r>
                <a:rPr lang="en-US" sz="1000" dirty="0">
                  <a:solidFill>
                    <a:srgbClr val="FFFFFF"/>
                  </a:solidFill>
                  <a:latin typeface="Arial" panose="020B0604020202020204" pitchFamily="34" charset="0"/>
                </a:rPr>
                <a:t>Solution formulation</a:t>
              </a:r>
            </a:p>
          </p:txBody>
        </p:sp>
        <p:sp>
          <p:nvSpPr>
            <p:cNvPr id="133" name="矩形: 圆角 118">
              <a:extLst>
                <a:ext uri="{FF2B5EF4-FFF2-40B4-BE49-F238E27FC236}">
                  <a16:creationId xmlns:a16="http://schemas.microsoft.com/office/drawing/2014/main" xmlns="" id="{B48F58EA-7393-4A4F-9063-412DFBCC5A80}"/>
                </a:ext>
              </a:extLst>
            </p:cNvPr>
            <p:cNvSpPr/>
            <p:nvPr/>
          </p:nvSpPr>
          <p:spPr>
            <a:xfrm>
              <a:off x="7936407" y="4583485"/>
              <a:ext cx="341214" cy="597034"/>
            </a:xfrm>
            <a:prstGeom prst="roundRect">
              <a:avLst/>
            </a:prstGeom>
            <a:solidFill>
              <a:srgbClr val="FF0000"/>
            </a:solidFill>
            <a:ln w="6350" cap="flat" cmpd="sng" algn="ctr">
              <a:solidFill>
                <a:srgbClr val="30B5C5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0" rIns="0" bIns="0" numCol="1" spcCol="0" rtlCol="0" fromWordArt="0" anchor="ctr" anchorCtr="0" forceAA="0" compatLnSpc="1">
              <a:noAutofit/>
            </a:bodyPr>
            <a:lstStyle/>
            <a:p>
              <a:pPr algn="ctr" fontAlgn="ctr">
                <a:defRPr/>
              </a:pPr>
              <a:r>
                <a:rPr lang="en-US" sz="1000" dirty="0">
                  <a:solidFill>
                    <a:srgbClr val="FFFFFF"/>
                  </a:solidFill>
                  <a:latin typeface="Arial" panose="020B0604020202020204" pitchFamily="34" charset="0"/>
                </a:rPr>
                <a:t>Review and delivery</a:t>
              </a:r>
            </a:p>
          </p:txBody>
        </p:sp>
        <p:cxnSp>
          <p:nvCxnSpPr>
            <p:cNvPr id="134" name="直接箭头连接符 133">
              <a:extLst>
                <a:ext uri="{FF2B5EF4-FFF2-40B4-BE49-F238E27FC236}">
                  <a16:creationId xmlns:a16="http://schemas.microsoft.com/office/drawing/2014/main" xmlns="" id="{9A2F45AB-2100-4ABE-AECA-6A2C7FDF8A96}"/>
                </a:ext>
              </a:extLst>
            </p:cNvPr>
            <p:cNvCxnSpPr>
              <a:cxnSpLocks/>
              <a:stCxn id="130" idx="3"/>
              <a:endCxn id="131" idx="1"/>
            </p:cNvCxnSpPr>
            <p:nvPr/>
          </p:nvCxnSpPr>
          <p:spPr>
            <a:xfrm>
              <a:off x="6858267" y="4881399"/>
              <a:ext cx="120983" cy="603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5" name="直接箭头连接符 134">
              <a:extLst>
                <a:ext uri="{FF2B5EF4-FFF2-40B4-BE49-F238E27FC236}">
                  <a16:creationId xmlns:a16="http://schemas.microsoft.com/office/drawing/2014/main" xmlns="" id="{5F6F930C-4491-414C-80C2-90127AF94F4F}"/>
                </a:ext>
              </a:extLst>
            </p:cNvPr>
            <p:cNvCxnSpPr>
              <a:cxnSpLocks/>
              <a:stCxn id="131" idx="3"/>
              <a:endCxn id="132" idx="1"/>
            </p:cNvCxnSpPr>
            <p:nvPr/>
          </p:nvCxnSpPr>
          <p:spPr>
            <a:xfrm>
              <a:off x="7331883" y="4882002"/>
              <a:ext cx="106343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36" name="直接箭头连接符 135">
              <a:extLst>
                <a:ext uri="{FF2B5EF4-FFF2-40B4-BE49-F238E27FC236}">
                  <a16:creationId xmlns:a16="http://schemas.microsoft.com/office/drawing/2014/main" xmlns="" id="{171238AE-4D55-4F26-8520-6534D1165AC4}"/>
                </a:ext>
              </a:extLst>
            </p:cNvPr>
            <p:cNvCxnSpPr>
              <a:cxnSpLocks/>
              <a:stCxn id="132" idx="3"/>
              <a:endCxn id="133" idx="1"/>
            </p:cNvCxnSpPr>
            <p:nvPr/>
          </p:nvCxnSpPr>
          <p:spPr>
            <a:xfrm>
              <a:off x="7795352" y="4882002"/>
              <a:ext cx="141055" cy="0"/>
            </a:xfrm>
            <a:prstGeom prst="straightConnector1">
              <a:avLst/>
            </a:prstGeom>
            <a:noFill/>
            <a:ln w="6350" cap="flat" cmpd="sng" algn="ctr">
              <a:solidFill>
                <a:srgbClr val="1D1D1A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xmlns="" id="{B5AA5503-D05E-4E37-9436-7AEF4D42DF41}"/>
                </a:ext>
              </a:extLst>
            </p:cNvPr>
            <p:cNvSpPr txBox="1"/>
            <p:nvPr/>
          </p:nvSpPr>
          <p:spPr>
            <a:xfrm>
              <a:off x="6635445" y="5276152"/>
              <a:ext cx="657595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fontAlgn="ctr">
                <a:defRPr/>
              </a:pPr>
              <a:r>
                <a:rPr lang="en-US" sz="1000" dirty="0">
                  <a:solidFill>
                    <a:srgbClr val="000000"/>
                  </a:solidFill>
                  <a:latin typeface="Arial" panose="020B0604020202020204" pitchFamily="34" charset="0"/>
                </a:rPr>
                <a:t>Automatic processing</a:t>
              </a: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xmlns="" id="{27CDBF60-2C86-4A6A-BB3E-59C04AC30A77}"/>
                </a:ext>
              </a:extLst>
            </p:cNvPr>
            <p:cNvSpPr txBox="1"/>
            <p:nvPr/>
          </p:nvSpPr>
          <p:spPr>
            <a:xfrm>
              <a:off x="7570923" y="5276152"/>
              <a:ext cx="526867" cy="1538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lstStyle/>
            <a:p>
              <a:pPr algn="ctr" fontAlgn="ctr">
                <a:defRPr/>
              </a:pPr>
              <a:r>
                <a:rPr lang="en-US" sz="1000">
                  <a:solidFill>
                    <a:srgbClr val="000000"/>
                  </a:solidFill>
                  <a:latin typeface="Arial" panose="020B0604020202020204" pitchFamily="34" charset="0"/>
                </a:rPr>
                <a:t>Manual handling</a:t>
              </a:r>
              <a:endParaRPr lang="en-US" sz="1000" dirty="0">
                <a:solidFill>
                  <a:srgbClr val="000000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139" name="任意多边形: 形状 110">
            <a:extLst>
              <a:ext uri="{FF2B5EF4-FFF2-40B4-BE49-F238E27FC236}">
                <a16:creationId xmlns:a16="http://schemas.microsoft.com/office/drawing/2014/main" xmlns="" id="{A6F11F72-3089-4FB4-8639-170B28087421}"/>
              </a:ext>
            </a:extLst>
          </p:cNvPr>
          <p:cNvSpPr/>
          <p:nvPr/>
        </p:nvSpPr>
        <p:spPr>
          <a:xfrm>
            <a:off x="8937300" y="2401565"/>
            <a:ext cx="2109042" cy="412964"/>
          </a:xfrm>
          <a:custGeom>
            <a:avLst/>
            <a:gdLst>
              <a:gd name="connsiteX0" fmla="*/ 0 w 2109866"/>
              <a:gd name="connsiteY0" fmla="*/ 389267 h 413125"/>
              <a:gd name="connsiteX1" fmla="*/ 160638 w 2109866"/>
              <a:gd name="connsiteY1" fmla="*/ 383088 h 413125"/>
              <a:gd name="connsiteX2" fmla="*/ 247135 w 2109866"/>
              <a:gd name="connsiteY2" fmla="*/ 92704 h 413125"/>
              <a:gd name="connsiteX3" fmla="*/ 389238 w 2109866"/>
              <a:gd name="connsiteY3" fmla="*/ 6207 h 413125"/>
              <a:gd name="connsiteX4" fmla="*/ 494271 w 2109866"/>
              <a:gd name="connsiteY4" fmla="*/ 234807 h 413125"/>
              <a:gd name="connsiteX5" fmla="*/ 586946 w 2109866"/>
              <a:gd name="connsiteY5" fmla="*/ 364553 h 413125"/>
              <a:gd name="connsiteX6" fmla="*/ 691979 w 2109866"/>
              <a:gd name="connsiteY6" fmla="*/ 364553 h 413125"/>
              <a:gd name="connsiteX7" fmla="*/ 815546 w 2109866"/>
              <a:gd name="connsiteY7" fmla="*/ 321304 h 413125"/>
              <a:gd name="connsiteX8" fmla="*/ 970006 w 2109866"/>
              <a:gd name="connsiteY8" fmla="*/ 111240 h 413125"/>
              <a:gd name="connsiteX9" fmla="*/ 1099752 w 2109866"/>
              <a:gd name="connsiteY9" fmla="*/ 49456 h 413125"/>
              <a:gd name="connsiteX10" fmla="*/ 1229498 w 2109866"/>
              <a:gd name="connsiteY10" fmla="*/ 142131 h 413125"/>
              <a:gd name="connsiteX11" fmla="*/ 1291281 w 2109866"/>
              <a:gd name="connsiteY11" fmla="*/ 296591 h 413125"/>
              <a:gd name="connsiteX12" fmla="*/ 1402492 w 2109866"/>
              <a:gd name="connsiteY12" fmla="*/ 327483 h 413125"/>
              <a:gd name="connsiteX13" fmla="*/ 1575487 w 2109866"/>
              <a:gd name="connsiteY13" fmla="*/ 284234 h 413125"/>
              <a:gd name="connsiteX14" fmla="*/ 1723768 w 2109866"/>
              <a:gd name="connsiteY14" fmla="*/ 259521 h 413125"/>
              <a:gd name="connsiteX15" fmla="*/ 1896762 w 2109866"/>
              <a:gd name="connsiteY15" fmla="*/ 247164 h 413125"/>
              <a:gd name="connsiteX16" fmla="*/ 2094471 w 2109866"/>
              <a:gd name="connsiteY16" fmla="*/ 240986 h 413125"/>
              <a:gd name="connsiteX17" fmla="*/ 2082114 w 2109866"/>
              <a:gd name="connsiteY17" fmla="*/ 240986 h 4131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2109866" h="413125">
                <a:moveTo>
                  <a:pt x="0" y="389267"/>
                </a:moveTo>
                <a:cubicBezTo>
                  <a:pt x="59724" y="410891"/>
                  <a:pt x="119449" y="432515"/>
                  <a:pt x="160638" y="383088"/>
                </a:cubicBezTo>
                <a:cubicBezTo>
                  <a:pt x="201827" y="333661"/>
                  <a:pt x="209035" y="155517"/>
                  <a:pt x="247135" y="92704"/>
                </a:cubicBezTo>
                <a:cubicBezTo>
                  <a:pt x="285235" y="29891"/>
                  <a:pt x="348049" y="-17477"/>
                  <a:pt x="389238" y="6207"/>
                </a:cubicBezTo>
                <a:cubicBezTo>
                  <a:pt x="430427" y="29891"/>
                  <a:pt x="461320" y="175083"/>
                  <a:pt x="494271" y="234807"/>
                </a:cubicBezTo>
                <a:cubicBezTo>
                  <a:pt x="527222" y="294531"/>
                  <a:pt x="553995" y="342929"/>
                  <a:pt x="586946" y="364553"/>
                </a:cubicBezTo>
                <a:cubicBezTo>
                  <a:pt x="619897" y="386177"/>
                  <a:pt x="653879" y="371761"/>
                  <a:pt x="691979" y="364553"/>
                </a:cubicBezTo>
                <a:cubicBezTo>
                  <a:pt x="730079" y="357345"/>
                  <a:pt x="769208" y="363523"/>
                  <a:pt x="815546" y="321304"/>
                </a:cubicBezTo>
                <a:cubicBezTo>
                  <a:pt x="861884" y="279085"/>
                  <a:pt x="922638" y="156548"/>
                  <a:pt x="970006" y="111240"/>
                </a:cubicBezTo>
                <a:cubicBezTo>
                  <a:pt x="1017374" y="65932"/>
                  <a:pt x="1056503" y="44307"/>
                  <a:pt x="1099752" y="49456"/>
                </a:cubicBezTo>
                <a:cubicBezTo>
                  <a:pt x="1143001" y="54605"/>
                  <a:pt x="1197577" y="100942"/>
                  <a:pt x="1229498" y="142131"/>
                </a:cubicBezTo>
                <a:cubicBezTo>
                  <a:pt x="1261419" y="183320"/>
                  <a:pt x="1262449" y="265699"/>
                  <a:pt x="1291281" y="296591"/>
                </a:cubicBezTo>
                <a:cubicBezTo>
                  <a:pt x="1320113" y="327483"/>
                  <a:pt x="1355124" y="329542"/>
                  <a:pt x="1402492" y="327483"/>
                </a:cubicBezTo>
                <a:cubicBezTo>
                  <a:pt x="1449860" y="325424"/>
                  <a:pt x="1521941" y="295561"/>
                  <a:pt x="1575487" y="284234"/>
                </a:cubicBezTo>
                <a:cubicBezTo>
                  <a:pt x="1629033" y="272907"/>
                  <a:pt x="1670222" y="265699"/>
                  <a:pt x="1723768" y="259521"/>
                </a:cubicBezTo>
                <a:cubicBezTo>
                  <a:pt x="1777314" y="253343"/>
                  <a:pt x="1834978" y="250253"/>
                  <a:pt x="1896762" y="247164"/>
                </a:cubicBezTo>
                <a:cubicBezTo>
                  <a:pt x="1958546" y="244075"/>
                  <a:pt x="2094471" y="240986"/>
                  <a:pt x="2094471" y="240986"/>
                </a:cubicBezTo>
                <a:cubicBezTo>
                  <a:pt x="2125363" y="239956"/>
                  <a:pt x="2103738" y="240471"/>
                  <a:pt x="2082114" y="240986"/>
                </a:cubicBezTo>
              </a:path>
            </a:pathLst>
          </a:custGeom>
          <a:noFill/>
          <a:ln w="12700" cap="flat" cmpd="sng" algn="ctr">
            <a:solidFill>
              <a:srgbClr val="E9002F"/>
            </a:solidFill>
            <a:prstDash val="dash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140" name="椭圆 139">
            <a:extLst>
              <a:ext uri="{FF2B5EF4-FFF2-40B4-BE49-F238E27FC236}">
                <a16:creationId xmlns:a16="http://schemas.microsoft.com/office/drawing/2014/main" xmlns="" id="{228A821F-6591-44D5-9F22-EE09BC945728}"/>
              </a:ext>
            </a:extLst>
          </p:cNvPr>
          <p:cNvSpPr/>
          <p:nvPr/>
        </p:nvSpPr>
        <p:spPr>
          <a:xfrm>
            <a:off x="9852882" y="2291224"/>
            <a:ext cx="332720" cy="412963"/>
          </a:xfrm>
          <a:prstGeom prst="ellipse">
            <a:avLst/>
          </a:prstGeom>
          <a:noFill/>
          <a:ln w="12700" cap="flat" cmpd="sng" algn="ctr">
            <a:solidFill>
              <a:srgbClr val="00B0F0"/>
            </a:solidFill>
            <a:prstDash val="dash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noAutofit/>
          </a:bodyPr>
          <a:lstStyle/>
          <a:p>
            <a:pPr algn="ctr" fontAlgn="ctr">
              <a:defRPr/>
            </a:pPr>
            <a:endParaRPr lang="en-US" altLang="zh-CN" sz="1599" kern="0" dirty="0">
              <a:solidFill>
                <a:srgbClr val="666666"/>
              </a:solidFill>
              <a:latin typeface="Arial" panose="020B0604020202020204" pitchFamily="34" charset="0"/>
              <a:ea typeface="等线" panose="02010600030101010101" pitchFamily="2" charset="-122"/>
            </a:endParaRPr>
          </a:p>
        </p:txBody>
      </p:sp>
      <p:pic>
        <p:nvPicPr>
          <p:cNvPr id="141" name="Picture 4" descr="https://www.exhibitionshowcase.com/wp-content/uploads/2020/09/Aug-2020-1-696x299.jpg">
            <a:extLst>
              <a:ext uri="{FF2B5EF4-FFF2-40B4-BE49-F238E27FC236}">
                <a16:creationId xmlns:a16="http://schemas.microsoft.com/office/drawing/2014/main" xmlns="" id="{BA8D457F-3CA6-4EC7-A782-EE8A33086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6705" y="2021384"/>
            <a:ext cx="1990489" cy="997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2" name="文本框 141">
            <a:extLst>
              <a:ext uri="{FF2B5EF4-FFF2-40B4-BE49-F238E27FC236}">
                <a16:creationId xmlns:a16="http://schemas.microsoft.com/office/drawing/2014/main" xmlns="" id="{4B2B371C-28DE-42E5-8DCB-44EDA4108BD4}"/>
              </a:ext>
            </a:extLst>
          </p:cNvPr>
          <p:cNvSpPr txBox="1"/>
          <p:nvPr/>
        </p:nvSpPr>
        <p:spPr>
          <a:xfrm>
            <a:off x="8300494" y="5980071"/>
            <a:ext cx="1061990" cy="157949"/>
          </a:xfrm>
          <a:prstGeom prst="rect">
            <a:avLst/>
          </a:prstGeom>
        </p:spPr>
        <p:txBody>
          <a:bodyPr wrap="square" lIns="0" tIns="0" rIns="0" bIns="0" rtlCol="0">
            <a:spAutoFit/>
          </a:bodyPr>
          <a:lstStyle/>
          <a:p>
            <a:pPr>
              <a:defRPr/>
            </a:pPr>
            <a:r>
              <a:rPr lang="en-US" altLang="zh-CN" sz="1000" spc="-79" dirty="0">
                <a:solidFill>
                  <a:srgbClr val="C00000"/>
                </a:solidFill>
                <a:latin typeface="Arial" pitchFamily="34" charset="0"/>
                <a:ea typeface="微软雅黑" panose="020B0503020204020204" pitchFamily="34" charset="-122"/>
                <a:cs typeface="Arial" pitchFamily="34" charset="0"/>
                <a:sym typeface="Arial" panose="020B0604020202020204" pitchFamily="34" charset="0"/>
              </a:rPr>
              <a:t>Hours / Days</a:t>
            </a:r>
            <a:endParaRPr lang="zh-CN" altLang="en-US" sz="1000" spc="-79" dirty="0">
              <a:solidFill>
                <a:srgbClr val="C00000"/>
              </a:solidFill>
              <a:latin typeface="Arial" pitchFamily="34" charset="0"/>
              <a:ea typeface="微软雅黑" panose="020B0503020204020204" pitchFamily="34" charset="-122"/>
              <a:cs typeface="Arial" pitchFamily="34" charset="0"/>
              <a:sym typeface="Arial" panose="020B0604020202020204" pitchFamily="34" charset="0"/>
            </a:endParaRP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xmlns="" id="{447CC940-2FC5-4423-B66E-54EAD0A4C2F7}"/>
              </a:ext>
            </a:extLst>
          </p:cNvPr>
          <p:cNvSpPr/>
          <p:nvPr/>
        </p:nvSpPr>
        <p:spPr>
          <a:xfrm>
            <a:off x="8299876" y="888999"/>
            <a:ext cx="1295608" cy="407786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rtlCol="0" anchor="ctr" anchorCtr="0" compatLnSpc="1"/>
          <a:lstStyle/>
          <a:p>
            <a:pPr algn="ctr" defTabSz="910670" eaLnBrk="0" hangingPunct="0">
              <a:defRPr/>
            </a:pPr>
            <a:r>
              <a:rPr lang="en-US" altLang="zh-CN" sz="1599" b="1" kern="0" dirty="0">
                <a:solidFill>
                  <a:srgbClr val="E41680"/>
                </a:solidFill>
                <a:latin typeface=" Arial"/>
                <a:ea typeface="微软雅黑" pitchFamily="34" charset="-122"/>
              </a:rPr>
              <a:t>Challenges</a:t>
            </a:r>
            <a:endParaRPr lang="en-US" altLang="en-US" sz="1599" b="1" kern="0" dirty="0">
              <a:solidFill>
                <a:srgbClr val="E41680"/>
              </a:solidFill>
              <a:latin typeface=" Arial"/>
              <a:ea typeface="微软雅黑" pitchFamily="34" charset="-122"/>
            </a:endParaRPr>
          </a:p>
        </p:txBody>
      </p:sp>
      <p:sp>
        <p:nvSpPr>
          <p:cNvPr id="144" name="矩形 143">
            <a:extLst>
              <a:ext uri="{FF2B5EF4-FFF2-40B4-BE49-F238E27FC236}">
                <a16:creationId xmlns:a16="http://schemas.microsoft.com/office/drawing/2014/main" xmlns="" id="{3DA45190-9D7E-4396-A59D-AC4988154321}"/>
              </a:ext>
            </a:extLst>
          </p:cNvPr>
          <p:cNvSpPr/>
          <p:nvPr/>
        </p:nvSpPr>
        <p:spPr>
          <a:xfrm>
            <a:off x="6172268" y="1271058"/>
            <a:ext cx="5444747" cy="30765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623609">
              <a:defRPr/>
            </a:pPr>
            <a:r>
              <a:rPr lang="en-US" altLang="en-US" sz="1399" b="1" kern="0" dirty="0">
                <a:solidFill>
                  <a:srgbClr val="E20074"/>
                </a:solidFill>
                <a:latin typeface=" Arial"/>
                <a:ea typeface="微软雅黑"/>
                <a:cs typeface="Arial" panose="020B0604020202020204" pitchFamily="34" charset="0"/>
              </a:rPr>
              <a:t>Challenge 1: </a:t>
            </a:r>
            <a:r>
              <a:rPr lang="en-US" altLang="zh-CN" sz="1399" b="1" kern="0" dirty="0">
                <a:solidFill>
                  <a:srgbClr val="E20074"/>
                </a:solidFill>
                <a:latin typeface=" Arial"/>
                <a:ea typeface="微软雅黑"/>
                <a:cs typeface="Arial" panose="020B0604020202020204" pitchFamily="34" charset="0"/>
              </a:rPr>
              <a:t>Perception and Prediction of Traffic Burst</a:t>
            </a:r>
            <a:endParaRPr lang="en-US" altLang="zh-CN" sz="1399" kern="0" dirty="0">
              <a:solidFill>
                <a:srgbClr val="E20074"/>
              </a:solidFill>
              <a:latin typeface=" Arial"/>
              <a:ea typeface="微软雅黑"/>
              <a:cs typeface="Arial" panose="020B0604020202020204" pitchFamily="34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xmlns="" id="{ECF36798-DFFB-4E32-B7ED-186EF2E8E25F}"/>
              </a:ext>
            </a:extLst>
          </p:cNvPr>
          <p:cNvSpPr/>
          <p:nvPr/>
        </p:nvSpPr>
        <p:spPr>
          <a:xfrm>
            <a:off x="911243" y="3473414"/>
            <a:ext cx="2547891" cy="46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12">
              <a:defRPr/>
            </a:pPr>
            <a:r>
              <a:rPr kumimoji="1" lang="en-US" altLang="zh-CN" sz="1200" b="1" dirty="0">
                <a:solidFill>
                  <a:srgbClr val="E41680"/>
                </a:solidFill>
                <a:latin typeface=" Arial"/>
                <a:ea typeface="微软雅黑" panose="020B0503020204020204" pitchFamily="34" charset="-122"/>
                <a:cs typeface="Arial" panose="020B0604020202020204" pitchFamily="34" charset="0"/>
              </a:rPr>
              <a:t>Scenario1 </a:t>
            </a:r>
          </a:p>
          <a:p>
            <a:pPr algn="ctr" defTabSz="914112">
              <a:defRPr/>
            </a:pPr>
            <a:r>
              <a:rPr kumimoji="1" lang="en-US" altLang="zh-CN" sz="1200" b="1" dirty="0">
                <a:solidFill>
                  <a:srgbClr val="E41680"/>
                </a:solidFill>
                <a:latin typeface=" Arial"/>
                <a:ea typeface="微软雅黑" panose="020B0503020204020204" pitchFamily="34" charset="-122"/>
                <a:cs typeface="Arial" panose="020B0604020202020204" pitchFamily="34" charset="0"/>
              </a:rPr>
              <a:t>Un-planned Events</a:t>
            </a:r>
            <a:endParaRPr lang="zh-CN" altLang="en-US" sz="1200" b="1" dirty="0">
              <a:solidFill>
                <a:srgbClr val="1D1D1A"/>
              </a:solidFill>
              <a:latin typeface=" Arial"/>
              <a:ea typeface="微软雅黑" panose="020B0503020204020204" pitchFamily="34" charset="-122"/>
            </a:endParaRP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xmlns="" id="{F97ACC35-4379-4EB1-8C51-4E97FA812E1E}"/>
              </a:ext>
            </a:extLst>
          </p:cNvPr>
          <p:cNvSpPr/>
          <p:nvPr/>
        </p:nvSpPr>
        <p:spPr>
          <a:xfrm>
            <a:off x="3339435" y="3495931"/>
            <a:ext cx="2325673" cy="4614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12">
              <a:defRPr/>
            </a:pPr>
            <a:r>
              <a:rPr kumimoji="1" lang="en-US" altLang="zh-CN" sz="1200" b="1" dirty="0">
                <a:solidFill>
                  <a:srgbClr val="E41680"/>
                </a:solidFill>
                <a:latin typeface=" Arial"/>
                <a:ea typeface="微软雅黑" panose="020B0503020204020204" pitchFamily="34" charset="-122"/>
                <a:cs typeface="Arial" panose="020B0604020202020204" pitchFamily="34" charset="0"/>
              </a:rPr>
              <a:t>Scenario2 </a:t>
            </a:r>
          </a:p>
          <a:p>
            <a:pPr algn="ctr" defTabSz="914112">
              <a:defRPr/>
            </a:pPr>
            <a:r>
              <a:rPr kumimoji="1" lang="en-US" altLang="zh-CN" sz="1200" b="1" dirty="0">
                <a:solidFill>
                  <a:srgbClr val="E41680"/>
                </a:solidFill>
                <a:latin typeface=" Arial"/>
                <a:ea typeface="微软雅黑" panose="020B0503020204020204" pitchFamily="34" charset="-122"/>
                <a:cs typeface="Arial" panose="020B0604020202020204" pitchFamily="34" charset="0"/>
              </a:rPr>
              <a:t>Planned Events</a:t>
            </a:r>
            <a:endParaRPr lang="zh-CN" altLang="en-US" sz="1200" b="1" dirty="0">
              <a:solidFill>
                <a:srgbClr val="1D1D1A"/>
              </a:solidFill>
              <a:latin typeface=" Arial"/>
              <a:ea typeface="微软雅黑" panose="020B0503020204020204" pitchFamily="34" charset="-122"/>
            </a:endParaRPr>
          </a:p>
        </p:txBody>
      </p:sp>
      <p:graphicFrame>
        <p:nvGraphicFramePr>
          <p:cNvPr id="147" name="表格 146">
            <a:extLst>
              <a:ext uri="{FF2B5EF4-FFF2-40B4-BE49-F238E27FC236}">
                <a16:creationId xmlns:a16="http://schemas.microsoft.com/office/drawing/2014/main" xmlns="" id="{FC63861A-7040-43C6-90DB-94D7307FD0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519010"/>
              </p:ext>
            </p:extLst>
          </p:nvPr>
        </p:nvGraphicFramePr>
        <p:xfrm>
          <a:off x="468631" y="4190208"/>
          <a:ext cx="5308361" cy="1569241"/>
        </p:xfrm>
        <a:graphic>
          <a:graphicData uri="http://schemas.openxmlformats.org/drawingml/2006/table">
            <a:tbl>
              <a:tblPr firstRow="1" bandRow="1"/>
              <a:tblGrid>
                <a:gridCol w="816626">
                  <a:extLst>
                    <a:ext uri="{9D8B030D-6E8A-4147-A177-3AD203B41FA5}">
                      <a16:colId xmlns:a16="http://schemas.microsoft.com/office/drawing/2014/main" xmlns="" val="1952799778"/>
                    </a:ext>
                  </a:extLst>
                </a:gridCol>
                <a:gridCol w="2184697">
                  <a:extLst>
                    <a:ext uri="{9D8B030D-6E8A-4147-A177-3AD203B41FA5}">
                      <a16:colId xmlns:a16="http://schemas.microsoft.com/office/drawing/2014/main" xmlns="" val="598643250"/>
                    </a:ext>
                  </a:extLst>
                </a:gridCol>
                <a:gridCol w="2307038">
                  <a:extLst>
                    <a:ext uri="{9D8B030D-6E8A-4147-A177-3AD203B41FA5}">
                      <a16:colId xmlns:a16="http://schemas.microsoft.com/office/drawing/2014/main" xmlns="" val="2170328141"/>
                    </a:ext>
                  </a:extLst>
                </a:gridCol>
              </a:tblGrid>
              <a:tr h="463895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latin typeface=" Arial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Typical Event</a:t>
                      </a:r>
                      <a:endParaRPr lang="zh-CN" altLang="en-US" sz="1200" dirty="0"/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 Arial"/>
                        </a:rPr>
                        <a:t>Accidents/Traffic Jams/</a:t>
                      </a: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 Arial"/>
                          <a:ea typeface="微软雅黑" panose="020B0503020204020204" pitchFamily="34" charset="-122"/>
                        </a:rPr>
                        <a:t>...</a:t>
                      </a:r>
                      <a:endParaRPr lang="en-US" altLang="zh-CN" sz="1200" dirty="0">
                        <a:solidFill>
                          <a:schemeClr val="tx1"/>
                        </a:solidFill>
                        <a:latin typeface=" Arial"/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 Arial"/>
                        </a:rPr>
                        <a:t>Concerts/Sporting/…</a:t>
                      </a: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3012757047"/>
                  </a:ext>
                </a:extLst>
              </a:tr>
              <a:tr h="457021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>
                          <a:latin typeface=" Arial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Characteristics</a:t>
                      </a:r>
                      <a:endParaRPr lang="zh-CN" altLang="en-US" sz="1200" dirty="0"/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E20074"/>
                          </a:solidFill>
                          <a:latin typeface=" Arial"/>
                        </a:rPr>
                        <a:t>unfixed time &amp; location</a:t>
                      </a: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rgbClr val="E20074"/>
                          </a:solidFill>
                          <a:latin typeface=" Arial"/>
                        </a:rPr>
                        <a:t>Fixed time &amp; location</a:t>
                      </a: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084303834"/>
                  </a:ext>
                </a:extLst>
              </a:tr>
              <a:tr h="64818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b="1" dirty="0" smtClean="0">
                          <a:solidFill>
                            <a:srgbClr val="E20074"/>
                          </a:solidFill>
                          <a:latin typeface=" Arial"/>
                          <a:ea typeface="微软雅黑" panose="020B0503020204020204" pitchFamily="34" charset="-122"/>
                          <a:sym typeface="Arial" panose="020B0604020202020204" pitchFamily="34" charset="0"/>
                        </a:rPr>
                        <a:t>Suggestion</a:t>
                      </a:r>
                      <a:endParaRPr lang="zh-CN" altLang="en-US" sz="1200" dirty="0">
                        <a:solidFill>
                          <a:srgbClr val="E20074"/>
                        </a:solidFill>
                      </a:endParaRP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 Arial"/>
                        </a:rPr>
                        <a:t>Focus on </a:t>
                      </a:r>
                      <a:r>
                        <a:rPr lang="en-US" altLang="zh-CN" sz="1200" dirty="0">
                          <a:solidFill>
                            <a:srgbClr val="E20074"/>
                          </a:solidFill>
                          <a:latin typeface=" Arial"/>
                        </a:rPr>
                        <a:t>Downlink throughput optimization</a:t>
                      </a: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1186373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200" dirty="0">
                          <a:solidFill>
                            <a:schemeClr val="tx1"/>
                          </a:solidFill>
                          <a:latin typeface=" Arial"/>
                        </a:rPr>
                        <a:t>Focus on </a:t>
                      </a:r>
                      <a:r>
                        <a:rPr lang="en-US" altLang="zh-CN" sz="1200" dirty="0">
                          <a:solidFill>
                            <a:srgbClr val="E20074"/>
                          </a:solidFill>
                          <a:latin typeface=" Arial"/>
                        </a:rPr>
                        <a:t>Uplink throughput optimization</a:t>
                      </a:r>
                    </a:p>
                  </a:txBody>
                  <a:tcPr marL="91404" marR="91404" marT="45702" marB="45702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862346978"/>
                  </a:ext>
                </a:extLst>
              </a:tr>
            </a:tbl>
          </a:graphicData>
        </a:graphic>
      </p:graphicFrame>
      <p:pic>
        <p:nvPicPr>
          <p:cNvPr id="148" name="Picture 16" descr="trade show.jpg">
            <a:extLst>
              <a:ext uri="{FF2B5EF4-FFF2-40B4-BE49-F238E27FC236}">
                <a16:creationId xmlns:a16="http://schemas.microsoft.com/office/drawing/2014/main" xmlns="" id="{0E77ACBB-F925-461B-BF9F-B833F6D180D1}"/>
              </a:ext>
            </a:extLst>
          </p:cNvPr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841599" y="1872950"/>
            <a:ext cx="353958" cy="311904"/>
          </a:xfrm>
          <a:prstGeom prst="ellipse">
            <a:avLst/>
          </a:prstGeom>
        </p:spPr>
      </p:pic>
      <p:sp>
        <p:nvSpPr>
          <p:cNvPr id="149" name="TextBox 156">
            <a:extLst>
              <a:ext uri="{FF2B5EF4-FFF2-40B4-BE49-F238E27FC236}">
                <a16:creationId xmlns:a16="http://schemas.microsoft.com/office/drawing/2014/main" xmlns="" id="{820FBE5E-947D-4221-BB53-DE5A2BBD4098}"/>
              </a:ext>
            </a:extLst>
          </p:cNvPr>
          <p:cNvSpPr txBox="1"/>
          <p:nvPr/>
        </p:nvSpPr>
        <p:spPr>
          <a:xfrm>
            <a:off x="4195559" y="1892311"/>
            <a:ext cx="1639984" cy="2768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defTabSz="1624909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sz="1200" b="1" i="0" u="none" strike="noStrike" kern="0" cap="none" spc="0" normalizeH="0" baseline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Arial"/>
                <a:ea typeface="微软雅黑"/>
                <a:cs typeface="Arial" panose="020B0604020202020204" pitchFamily="34" charset="0"/>
              </a:defRPr>
            </a:lvl1pPr>
          </a:lstStyle>
          <a:p>
            <a:pPr marL="0" marR="0" lvl="0" indent="0" defTabSz="1624909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1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 Arial"/>
                <a:ea typeface="微软雅黑"/>
                <a:cs typeface="Arial" panose="020B0604020202020204" pitchFamily="34" charset="0"/>
              </a:rPr>
              <a:t>Sport Events</a:t>
            </a:r>
          </a:p>
        </p:txBody>
      </p:sp>
      <p:pic>
        <p:nvPicPr>
          <p:cNvPr id="150" name="Picture 2" descr="Giant German and American flags are held on the field before the NFL game in Frankfurt. ">
            <a:extLst>
              <a:ext uri="{FF2B5EF4-FFF2-40B4-BE49-F238E27FC236}">
                <a16:creationId xmlns:a16="http://schemas.microsoft.com/office/drawing/2014/main" xmlns="" id="{8D16A5A8-D3BB-4E96-9A45-250945F80A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3655" y="2311870"/>
            <a:ext cx="1531809" cy="7727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1" name="Picture 6" descr="https://officev7new.pro.dbox.huawei.com/minio/dbox-weboffice-v7/weboffice/shapes/100715720651_copy/5371df6b4a44500c678630fcbc664f4cf292af9d?AWSAccessKeyId=n6XMxgTt7ddlEAQi&amp;Expires=1752383196&amp;response-expires=155303&amp;Signature=iMPH5hXmzamACbCC4%2BQCyJo6Sp8%3D">
            <a:extLst>
              <a:ext uri="{FF2B5EF4-FFF2-40B4-BE49-F238E27FC236}">
                <a16:creationId xmlns:a16="http://schemas.microsoft.com/office/drawing/2014/main" xmlns="" id="{0128F44B-9218-4888-A88B-328A265B54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5715" y="3143348"/>
            <a:ext cx="333115" cy="2760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1323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xmlns="" id="{55F986D5-D7D9-6446-9526-9389CD9831D8}"/>
              </a:ext>
            </a:extLst>
          </p:cNvPr>
          <p:cNvSpPr txBox="1">
            <a:spLocks/>
          </p:cNvSpPr>
          <p:nvPr/>
        </p:nvSpPr>
        <p:spPr>
          <a:xfrm>
            <a:off x="735971" y="2027154"/>
            <a:ext cx="10729366" cy="4688628"/>
          </a:xfrm>
          <a:prstGeom prst="rect">
            <a:avLst/>
          </a:prstGeom>
        </p:spPr>
        <p:txBody>
          <a:bodyPr lIns="0" tIns="0" rIns="0" bIns="0"/>
          <a:lstStyle>
            <a:lvl1pPr marL="179388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Char char="•"/>
              <a:tabLst>
                <a:tab pos="1208088" algn="ctr"/>
              </a:tabLst>
              <a:defRPr sz="18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329026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&gt;"/>
              <a:tabLst>
                <a:tab pos="1208088" algn="ctr"/>
              </a:tabLst>
              <a:defRPr sz="1600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2pPr>
            <a:lvl3pPr marL="1098575" marR="0" indent="-168275" algn="l" defTabSz="118779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tx1"/>
              </a:buClr>
              <a:buSzTx/>
              <a:buFont typeface=".AppleSystemUIFont"/>
              <a:buChar char="-"/>
              <a:tabLst>
                <a:tab pos="1208088" algn="ctr"/>
              </a:tabLst>
              <a:defRPr sz="1299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3pPr>
            <a:lvl4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525850" indent="-171159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tabLst>
                <a:tab pos="1208420" algn="ctr"/>
              </a:tabLst>
              <a:defRPr sz="1299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266447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860346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454245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048144" indent="-296950" algn="l" defTabSz="1187798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Char char="•"/>
              <a:defRPr sz="233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dirty="0"/>
          </a:p>
        </p:txBody>
      </p:sp>
      <p:sp>
        <p:nvSpPr>
          <p:cNvPr id="30" name="Subtitle 1">
            <a:extLst>
              <a:ext uri="{FF2B5EF4-FFF2-40B4-BE49-F238E27FC236}">
                <a16:creationId xmlns:a16="http://schemas.microsoft.com/office/drawing/2014/main" xmlns="" id="{CE0CEC36-5881-F64A-A70F-904DBA9886A9}"/>
              </a:ext>
            </a:extLst>
          </p:cNvPr>
          <p:cNvSpPr txBox="1">
            <a:spLocks/>
          </p:cNvSpPr>
          <p:nvPr/>
        </p:nvSpPr>
        <p:spPr>
          <a:xfrm>
            <a:off x="359446" y="169859"/>
            <a:ext cx="10736446" cy="9930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199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399" b="1" kern="0" dirty="0">
                <a:solidFill>
                  <a:srgbClr val="E41680"/>
                </a:solidFill>
                <a:latin typeface=" Arial"/>
                <a:ea typeface="微软雅黑" pitchFamily="34" charset="-122"/>
              </a:rPr>
              <a:t>DT Agentic Architecture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xmlns="" id="{9708D746-A815-46A6-96A9-1A60E34047FC}"/>
              </a:ext>
            </a:extLst>
          </p:cNvPr>
          <p:cNvGrpSpPr/>
          <p:nvPr/>
        </p:nvGrpSpPr>
        <p:grpSpPr>
          <a:xfrm>
            <a:off x="5768279" y="2343226"/>
            <a:ext cx="4317921" cy="3193362"/>
            <a:chOff x="7039076" y="1768717"/>
            <a:chExt cx="4319608" cy="3435581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xmlns="" id="{FF90B90F-AA4B-4C07-BD17-007514382321}"/>
                </a:ext>
              </a:extLst>
            </p:cNvPr>
            <p:cNvSpPr/>
            <p:nvPr/>
          </p:nvSpPr>
          <p:spPr>
            <a:xfrm>
              <a:off x="7681680" y="1944197"/>
              <a:ext cx="3576434" cy="1496685"/>
            </a:xfrm>
            <a:prstGeom prst="rect">
              <a:avLst/>
            </a:prstGeom>
            <a:solidFill>
              <a:srgbClr val="E20074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Arial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33" name="矩形 114">
              <a:extLst>
                <a:ext uri="{FF2B5EF4-FFF2-40B4-BE49-F238E27FC236}">
                  <a16:creationId xmlns:a16="http://schemas.microsoft.com/office/drawing/2014/main" xmlns="" id="{47050570-2D73-4A28-894B-1695B03514B9}"/>
                </a:ext>
              </a:extLst>
            </p:cNvPr>
            <p:cNvSpPr/>
            <p:nvPr/>
          </p:nvSpPr>
          <p:spPr>
            <a:xfrm>
              <a:off x="7195531" y="4282381"/>
              <a:ext cx="359073" cy="264794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330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Arial"/>
                  <a:ea typeface="微软雅黑" panose="020B0503020204020204" pitchFamily="34" charset="-122"/>
                  <a:cs typeface="Arial" panose="020B0604020202020204" pitchFamily="34" charset="0"/>
                </a:rPr>
                <a:t>Network</a:t>
              </a:r>
            </a:p>
            <a:p>
              <a:pPr marL="0" marR="0" lvl="0" indent="0" algn="ctr" defTabSz="91330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Arial"/>
                  <a:ea typeface="微软雅黑" panose="020B0503020204020204" pitchFamily="34" charset="-122"/>
                  <a:cs typeface="Arial" panose="020B0604020202020204" pitchFamily="34" charset="0"/>
                </a:rPr>
                <a:t>Layer</a:t>
              </a:r>
            </a:p>
          </p:txBody>
        </p:sp>
        <p:sp>
          <p:nvSpPr>
            <p:cNvPr id="35" name="矩形 115">
              <a:extLst>
                <a:ext uri="{FF2B5EF4-FFF2-40B4-BE49-F238E27FC236}">
                  <a16:creationId xmlns:a16="http://schemas.microsoft.com/office/drawing/2014/main" xmlns="" id="{B87758E3-F1FA-4473-B33D-BF96C7376E83}"/>
                </a:ext>
              </a:extLst>
            </p:cNvPr>
            <p:cNvSpPr/>
            <p:nvPr/>
          </p:nvSpPr>
          <p:spPr>
            <a:xfrm>
              <a:off x="7190722" y="2483447"/>
              <a:ext cx="368691" cy="264794"/>
            </a:xfrm>
            <a:prstGeom prst="rect">
              <a:avLst/>
            </a:prstGeom>
            <a:ln>
              <a:noFill/>
            </a:ln>
          </p:spPr>
          <p:txBody>
            <a:bodyPr wrap="none" lIns="0" tIns="0" rIns="0" bIns="0">
              <a:spAutoFit/>
            </a:bodyPr>
            <a:lstStyle/>
            <a:p>
              <a:pPr marL="0" marR="0" lvl="0" indent="0" algn="ctr" defTabSz="91330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Arial"/>
                  <a:ea typeface="微软雅黑" panose="020B0503020204020204" pitchFamily="34" charset="-122"/>
                  <a:cs typeface="Arial" panose="020B0604020202020204" pitchFamily="34" charset="0"/>
                </a:rPr>
                <a:t>Service</a:t>
              </a:r>
            </a:p>
            <a:p>
              <a:pPr marL="0" marR="0" lvl="0" indent="0" algn="ctr" defTabSz="91330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Arial"/>
                  <a:ea typeface="微软雅黑" panose="020B0503020204020204" pitchFamily="34" charset="-122"/>
                  <a:cs typeface="Arial" panose="020B0604020202020204" pitchFamily="34" charset="0"/>
                </a:rPr>
                <a:t>Layer</a:t>
              </a:r>
            </a:p>
          </p:txBody>
        </p:sp>
        <p:sp>
          <p:nvSpPr>
            <p:cNvPr id="36" name="矩形 35">
              <a:extLst>
                <a:ext uri="{FF2B5EF4-FFF2-40B4-BE49-F238E27FC236}">
                  <a16:creationId xmlns:a16="http://schemas.microsoft.com/office/drawing/2014/main" xmlns="" id="{64281419-E102-4B1E-8169-B4E1CF9396D9}"/>
                </a:ext>
              </a:extLst>
            </p:cNvPr>
            <p:cNvSpPr/>
            <p:nvPr/>
          </p:nvSpPr>
          <p:spPr>
            <a:xfrm>
              <a:off x="7681680" y="3768432"/>
              <a:ext cx="3576434" cy="1311832"/>
            </a:xfrm>
            <a:prstGeom prst="rect">
              <a:avLst/>
            </a:prstGeom>
            <a:solidFill>
              <a:srgbClr val="0070C0">
                <a:alpha val="1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Arial"/>
                <a:ea typeface="等线" panose="02010600030101010101" pitchFamily="2" charset="-122"/>
                <a:cs typeface="+mn-cs"/>
              </a:endParaRPr>
            </a:p>
          </p:txBody>
        </p:sp>
        <p:grpSp>
          <p:nvGrpSpPr>
            <p:cNvPr id="37" name="组合 36">
              <a:extLst>
                <a:ext uri="{FF2B5EF4-FFF2-40B4-BE49-F238E27FC236}">
                  <a16:creationId xmlns:a16="http://schemas.microsoft.com/office/drawing/2014/main" xmlns="" id="{04DD4950-7641-4B83-85B8-FE9A2FE1B4A0}"/>
                </a:ext>
              </a:extLst>
            </p:cNvPr>
            <p:cNvGrpSpPr/>
            <p:nvPr/>
          </p:nvGrpSpPr>
          <p:grpSpPr>
            <a:xfrm>
              <a:off x="7828816" y="2080225"/>
              <a:ext cx="3324495" cy="1308955"/>
              <a:chOff x="7966952" y="2080225"/>
              <a:chExt cx="3008948" cy="1308955"/>
            </a:xfrm>
          </p:grpSpPr>
          <p:sp>
            <p:nvSpPr>
              <p:cNvPr id="45" name="矩形 44">
                <a:extLst>
                  <a:ext uri="{FF2B5EF4-FFF2-40B4-BE49-F238E27FC236}">
                    <a16:creationId xmlns:a16="http://schemas.microsoft.com/office/drawing/2014/main" xmlns="" id="{D216E729-C039-4E82-94CF-3ADF80213359}"/>
                  </a:ext>
                </a:extLst>
              </p:cNvPr>
              <p:cNvSpPr/>
              <p:nvPr/>
            </p:nvSpPr>
            <p:spPr>
              <a:xfrm>
                <a:off x="7966952" y="2080225"/>
                <a:ext cx="3008947" cy="349174"/>
              </a:xfrm>
              <a:prstGeom prst="rect">
                <a:avLst/>
              </a:prstGeom>
              <a:solidFill>
                <a:srgbClr val="E2007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599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 Arial"/>
                    <a:ea typeface="等线" panose="02010600030101010101" pitchFamily="2" charset="-122"/>
                    <a:cs typeface="+mn-cs"/>
                  </a:rPr>
                  <a:t>Principal Agent</a:t>
                </a:r>
                <a:endParaRPr kumimoji="0" lang="zh-CN" altLang="en-US" sz="1599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 Arial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6" name="矩形 45">
                <a:extLst>
                  <a:ext uri="{FF2B5EF4-FFF2-40B4-BE49-F238E27FC236}">
                    <a16:creationId xmlns:a16="http://schemas.microsoft.com/office/drawing/2014/main" xmlns="" id="{01A9A8EB-6743-4A43-B26B-B8B7E8B2F968}"/>
                  </a:ext>
                </a:extLst>
              </p:cNvPr>
              <p:cNvSpPr/>
              <p:nvPr/>
            </p:nvSpPr>
            <p:spPr>
              <a:xfrm>
                <a:off x="7966953" y="2584940"/>
                <a:ext cx="1168975" cy="793288"/>
              </a:xfrm>
              <a:prstGeom prst="rect">
                <a:avLst/>
              </a:prstGeom>
              <a:solidFill>
                <a:srgbClr val="E2007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107958" rIns="0" bIns="45702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 Arial"/>
                    <a:ea typeface="等线" panose="02010600030101010101" pitchFamily="2" charset="-122"/>
                    <a:cs typeface="+mn-cs"/>
                  </a:rPr>
                  <a:t>Service Task Agent 1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0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 Arial"/>
                    <a:ea typeface="等线" panose="02010600030101010101" pitchFamily="2" charset="-122"/>
                    <a:cs typeface="+mn-cs"/>
                  </a:rPr>
                  <a:t>(e.g. RAN Guardian)</a:t>
                </a:r>
                <a:endParaRPr kumimoji="0" lang="zh-CN" alt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 Arial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7" name="矩形 46">
                <a:extLst>
                  <a:ext uri="{FF2B5EF4-FFF2-40B4-BE49-F238E27FC236}">
                    <a16:creationId xmlns:a16="http://schemas.microsoft.com/office/drawing/2014/main" xmlns="" id="{E7D07A42-7161-4CE3-BE09-ED242591D129}"/>
                  </a:ext>
                </a:extLst>
              </p:cNvPr>
              <p:cNvSpPr/>
              <p:nvPr/>
            </p:nvSpPr>
            <p:spPr>
              <a:xfrm>
                <a:off x="9248896" y="2584941"/>
                <a:ext cx="1168976" cy="793289"/>
              </a:xfrm>
              <a:prstGeom prst="rect">
                <a:avLst/>
              </a:prstGeom>
              <a:solidFill>
                <a:srgbClr val="E2007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107958" rIns="0" bIns="45702" numCol="1" spcCol="0" rtlCol="0" fromWordArt="0" anchor="t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2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 Arial"/>
                    <a:ea typeface="等线" panose="02010600030101010101" pitchFamily="2" charset="-122"/>
                    <a:cs typeface="+mn-cs"/>
                  </a:rPr>
                  <a:t>Service Task Agent 2</a:t>
                </a:r>
              </a:p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 Arial"/>
                  <a:ea typeface="等线" panose="02010600030101010101" pitchFamily="2" charset="-122"/>
                  <a:cs typeface="+mn-cs"/>
                </a:endParaRPr>
              </a:p>
            </p:txBody>
          </p:sp>
          <p:sp>
            <p:nvSpPr>
              <p:cNvPr id="48" name="矩形 47">
                <a:extLst>
                  <a:ext uri="{FF2B5EF4-FFF2-40B4-BE49-F238E27FC236}">
                    <a16:creationId xmlns:a16="http://schemas.microsoft.com/office/drawing/2014/main" xmlns="" id="{26FDC5BE-FBA0-4E10-AA7E-900AEA09C88F}"/>
                  </a:ext>
                </a:extLst>
              </p:cNvPr>
              <p:cNvSpPr/>
              <p:nvPr/>
            </p:nvSpPr>
            <p:spPr>
              <a:xfrm>
                <a:off x="10530840" y="2595891"/>
                <a:ext cx="445060" cy="793289"/>
              </a:xfrm>
              <a:prstGeom prst="rect">
                <a:avLst/>
              </a:prstGeom>
              <a:solidFill>
                <a:srgbClr val="E20074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1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 Arial"/>
                    <a:ea typeface="等线" panose="02010600030101010101" pitchFamily="2" charset="-122"/>
                    <a:cs typeface="+mn-cs"/>
                  </a:rPr>
                  <a:t>…</a:t>
                </a:r>
                <a:endParaRPr kumimoji="0" lang="zh-CN" altLang="en-US" sz="1000" b="0" i="1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 Arial"/>
                  <a:ea typeface="等线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38" name="矩形 348">
              <a:extLst>
                <a:ext uri="{FF2B5EF4-FFF2-40B4-BE49-F238E27FC236}">
                  <a16:creationId xmlns:a16="http://schemas.microsoft.com/office/drawing/2014/main" xmlns="" id="{DB6E034D-770E-4781-B897-986D9B09D665}"/>
                </a:ext>
              </a:extLst>
            </p:cNvPr>
            <p:cNvSpPr/>
            <p:nvPr/>
          </p:nvSpPr>
          <p:spPr>
            <a:xfrm>
              <a:off x="7828816" y="3897782"/>
              <a:ext cx="1291566" cy="1040380"/>
            </a:xfrm>
            <a:prstGeom prst="rect">
              <a:avLst/>
            </a:prstGeom>
            <a:solidFill>
              <a:srgbClr val="61B230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143944" rIns="0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Arial"/>
                  <a:ea typeface="等线" panose="02010600030101010101" pitchFamily="2" charset="-122"/>
                  <a:cs typeface="+mn-cs"/>
                </a:rPr>
                <a:t>Domain 1 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Arial"/>
                  <a:ea typeface="等线" panose="02010600030101010101" pitchFamily="2" charset="-122"/>
                  <a:cs typeface="+mn-cs"/>
                </a:rPr>
                <a:t>Task Agent</a:t>
              </a:r>
            </a:p>
          </p:txBody>
        </p:sp>
        <p:sp>
          <p:nvSpPr>
            <p:cNvPr id="42" name="矩形 348">
              <a:extLst>
                <a:ext uri="{FF2B5EF4-FFF2-40B4-BE49-F238E27FC236}">
                  <a16:creationId xmlns:a16="http://schemas.microsoft.com/office/drawing/2014/main" xmlns="" id="{C0A854A8-7571-486E-A40B-AAD0ED413509}"/>
                </a:ext>
              </a:extLst>
            </p:cNvPr>
            <p:cNvSpPr/>
            <p:nvPr/>
          </p:nvSpPr>
          <p:spPr>
            <a:xfrm>
              <a:off x="9266513" y="3897782"/>
              <a:ext cx="1291566" cy="1040380"/>
            </a:xfrm>
            <a:prstGeom prst="rect">
              <a:avLst/>
            </a:prstGeom>
            <a:solidFill>
              <a:srgbClr val="61B230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143944" rIns="0" bIns="45702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Arial"/>
                  <a:ea typeface="等线" panose="02010600030101010101" pitchFamily="2" charset="-122"/>
                  <a:cs typeface="+mn-cs"/>
                </a:rPr>
                <a:t>Domain 2</a:t>
              </a:r>
            </a:p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Arial"/>
                  <a:ea typeface="等线" panose="02010600030101010101" pitchFamily="2" charset="-122"/>
                  <a:cs typeface="+mn-cs"/>
                </a:rPr>
                <a:t> Task Agent</a:t>
              </a:r>
            </a:p>
          </p:txBody>
        </p:sp>
        <p:sp>
          <p:nvSpPr>
            <p:cNvPr id="43" name="矩形 348">
              <a:extLst>
                <a:ext uri="{FF2B5EF4-FFF2-40B4-BE49-F238E27FC236}">
                  <a16:creationId xmlns:a16="http://schemas.microsoft.com/office/drawing/2014/main" xmlns="" id="{E428B286-4999-4765-86D9-EE375DDD7D3C}"/>
                </a:ext>
              </a:extLst>
            </p:cNvPr>
            <p:cNvSpPr/>
            <p:nvPr/>
          </p:nvSpPr>
          <p:spPr>
            <a:xfrm>
              <a:off x="10704210" y="3897782"/>
              <a:ext cx="449101" cy="1040380"/>
            </a:xfrm>
            <a:prstGeom prst="rect">
              <a:avLst/>
            </a:prstGeom>
            <a:solidFill>
              <a:srgbClr val="61B230">
                <a:lumMod val="40000"/>
                <a:lumOff val="60000"/>
              </a:srgb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0" tIns="45702" rIns="0" bIns="45702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 Arial"/>
                  <a:ea typeface="等线" panose="02010600030101010101" pitchFamily="2" charset="-122"/>
                  <a:cs typeface="+mn-cs"/>
                </a:rPr>
                <a:t>…</a:t>
              </a: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xmlns="" id="{4448E29B-EEAB-4200-ACEC-4208208DFD32}"/>
                </a:ext>
              </a:extLst>
            </p:cNvPr>
            <p:cNvSpPr/>
            <p:nvPr/>
          </p:nvSpPr>
          <p:spPr>
            <a:xfrm>
              <a:off x="7039076" y="1768717"/>
              <a:ext cx="4319608" cy="3435581"/>
            </a:xfrm>
            <a:prstGeom prst="rect">
              <a:avLst/>
            </a:prstGeom>
            <a:noFill/>
            <a:ln w="12700" cap="flat" cmpd="sng" algn="ctr">
              <a:solidFill>
                <a:srgbClr val="1D1D1A"/>
              </a:solidFill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9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 Arial"/>
                <a:ea typeface="等线" panose="02010600030101010101" pitchFamily="2" charset="-122"/>
                <a:cs typeface="+mn-cs"/>
              </a:endParaRPr>
            </a:p>
          </p:txBody>
        </p:sp>
      </p:grpSp>
      <p:cxnSp>
        <p:nvCxnSpPr>
          <p:cNvPr id="49" name="直接连接符 48">
            <a:extLst>
              <a:ext uri="{FF2B5EF4-FFF2-40B4-BE49-F238E27FC236}">
                <a16:creationId xmlns:a16="http://schemas.microsoft.com/office/drawing/2014/main" xmlns="" id="{9524AAE5-17EC-4658-BFB5-27258239AC79}"/>
              </a:ext>
            </a:extLst>
          </p:cNvPr>
          <p:cNvCxnSpPr/>
          <p:nvPr/>
        </p:nvCxnSpPr>
        <p:spPr>
          <a:xfrm>
            <a:off x="6024849" y="4050829"/>
            <a:ext cx="3960821" cy="0"/>
          </a:xfrm>
          <a:prstGeom prst="line">
            <a:avLst/>
          </a:prstGeom>
          <a:noFill/>
          <a:ln w="6350" cap="flat" cmpd="sng" algn="ctr">
            <a:solidFill>
              <a:srgbClr val="DDDDDD">
                <a:lumMod val="75000"/>
              </a:srgbClr>
            </a:solidFill>
            <a:prstDash val="solid"/>
            <a:miter lim="800000"/>
          </a:ln>
          <a:effectLst/>
        </p:spPr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xmlns="" id="{F6D10122-6DDE-47F4-982C-38A994734016}"/>
              </a:ext>
            </a:extLst>
          </p:cNvPr>
          <p:cNvSpPr txBox="1"/>
          <p:nvPr/>
        </p:nvSpPr>
        <p:spPr>
          <a:xfrm>
            <a:off x="10086200" y="4593253"/>
            <a:ext cx="1844262" cy="4614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200" b="1" dirty="0">
                <a:solidFill>
                  <a:srgbClr val="1D1D1A"/>
                </a:solidFill>
                <a:ea typeface="等线" panose="02010600030101010101" pitchFamily="2" charset="-122"/>
              </a:rPr>
              <a:t>Achieve single domain autonomy</a:t>
            </a:r>
            <a:endParaRPr lang="zh-CN" altLang="en-US" sz="1200" b="1" dirty="0">
              <a:solidFill>
                <a:srgbClr val="1D1D1A"/>
              </a:solidFill>
              <a:ea typeface="等线" panose="02010600030101010101" pitchFamily="2" charset="-122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316573BC-BD44-4C76-BBCC-AD60EB733F60}"/>
              </a:ext>
            </a:extLst>
          </p:cNvPr>
          <p:cNvSpPr txBox="1"/>
          <p:nvPr/>
        </p:nvSpPr>
        <p:spPr>
          <a:xfrm>
            <a:off x="10086201" y="3314734"/>
            <a:ext cx="2069966" cy="646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112"/>
            <a:r>
              <a:rPr lang="en-US" altLang="zh-CN" sz="1200" b="1" dirty="0">
                <a:solidFill>
                  <a:srgbClr val="1D1D1A"/>
                </a:solidFill>
                <a:ea typeface="等线" panose="02010600030101010101" pitchFamily="2" charset="-122"/>
              </a:rPr>
              <a:t>Collaborate with multi-vendor and multi-domain agents</a:t>
            </a:r>
            <a:endParaRPr lang="zh-CN" altLang="en-US" sz="1200" b="1" dirty="0">
              <a:solidFill>
                <a:srgbClr val="1D1D1A"/>
              </a:solidFill>
              <a:ea typeface="等线" panose="02010600030101010101" pitchFamily="2" charset="-122"/>
            </a:endParaRPr>
          </a:p>
        </p:txBody>
      </p:sp>
      <p:sp>
        <p:nvSpPr>
          <p:cNvPr id="52" name="箭头: 右 38">
            <a:extLst>
              <a:ext uri="{FF2B5EF4-FFF2-40B4-BE49-F238E27FC236}">
                <a16:creationId xmlns:a16="http://schemas.microsoft.com/office/drawing/2014/main" xmlns="" id="{7488BAC7-C0D0-4D17-B492-A43E5B6469F8}"/>
              </a:ext>
            </a:extLst>
          </p:cNvPr>
          <p:cNvSpPr/>
          <p:nvPr/>
        </p:nvSpPr>
        <p:spPr>
          <a:xfrm>
            <a:off x="9880907" y="2729431"/>
            <a:ext cx="362143" cy="163017"/>
          </a:xfrm>
          <a:prstGeom prst="rightArrow">
            <a:avLst/>
          </a:prstGeom>
          <a:solidFill>
            <a:srgbClr val="FFFFFF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smtClean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3" name="箭头: 右 39">
            <a:extLst>
              <a:ext uri="{FF2B5EF4-FFF2-40B4-BE49-F238E27FC236}">
                <a16:creationId xmlns:a16="http://schemas.microsoft.com/office/drawing/2014/main" xmlns="" id="{22B5B032-265F-4EA9-8361-4C644B95F0C8}"/>
              </a:ext>
            </a:extLst>
          </p:cNvPr>
          <p:cNvSpPr/>
          <p:nvPr/>
        </p:nvSpPr>
        <p:spPr>
          <a:xfrm>
            <a:off x="9871137" y="3459319"/>
            <a:ext cx="362143" cy="163017"/>
          </a:xfrm>
          <a:prstGeom prst="rightArrow">
            <a:avLst/>
          </a:prstGeom>
          <a:solidFill>
            <a:srgbClr val="FFFFFF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smtClean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4" name="箭头: 右 40">
            <a:extLst>
              <a:ext uri="{FF2B5EF4-FFF2-40B4-BE49-F238E27FC236}">
                <a16:creationId xmlns:a16="http://schemas.microsoft.com/office/drawing/2014/main" xmlns="" id="{94B7BD9F-9F1A-4EBA-A45F-4E7C151B186D}"/>
              </a:ext>
            </a:extLst>
          </p:cNvPr>
          <p:cNvSpPr/>
          <p:nvPr/>
        </p:nvSpPr>
        <p:spPr>
          <a:xfrm>
            <a:off x="9879084" y="4712200"/>
            <a:ext cx="362143" cy="163017"/>
          </a:xfrm>
          <a:prstGeom prst="rightArrow">
            <a:avLst/>
          </a:prstGeom>
          <a:solidFill>
            <a:srgbClr val="FFFFFF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smtClean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pic>
        <p:nvPicPr>
          <p:cNvPr id="55" name="图片 54">
            <a:extLst>
              <a:ext uri="{FF2B5EF4-FFF2-40B4-BE49-F238E27FC236}">
                <a16:creationId xmlns:a16="http://schemas.microsoft.com/office/drawing/2014/main" xmlns="" id="{86F4EDAF-A53C-42AA-9480-FA96C0D54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273" y="1892232"/>
            <a:ext cx="5093244" cy="4278897"/>
          </a:xfrm>
          <a:prstGeom prst="rect">
            <a:avLst/>
          </a:prstGeom>
        </p:spPr>
      </p:pic>
      <p:sp>
        <p:nvSpPr>
          <p:cNvPr id="56" name="箭头: 右 187">
            <a:extLst>
              <a:ext uri="{FF2B5EF4-FFF2-40B4-BE49-F238E27FC236}">
                <a16:creationId xmlns:a16="http://schemas.microsoft.com/office/drawing/2014/main" xmlns="" id="{D274BD9C-8F87-424E-8E8C-3081A1089D50}"/>
              </a:ext>
            </a:extLst>
          </p:cNvPr>
          <p:cNvSpPr/>
          <p:nvPr/>
        </p:nvSpPr>
        <p:spPr>
          <a:xfrm>
            <a:off x="5381258" y="3670947"/>
            <a:ext cx="362143" cy="379883"/>
          </a:xfrm>
          <a:prstGeom prst="rightArrow">
            <a:avLst/>
          </a:prstGeom>
          <a:solidFill>
            <a:srgbClr val="FFFFFF"/>
          </a:solidFill>
          <a:ln w="12700" cap="flat" cmpd="sng" algn="ctr">
            <a:solidFill>
              <a:srgbClr val="C00000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04" tIns="45702" rIns="91404" bIns="4570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112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799" b="0" i="0" u="none" strike="noStrike" kern="0" cap="none" spc="0" normalizeH="0" baseline="0" noProof="0" smtClean="0">
              <a:ln>
                <a:noFill/>
              </a:ln>
              <a:solidFill>
                <a:srgbClr val="666666"/>
              </a:solidFill>
              <a:effectLst/>
              <a:uLnTx/>
              <a:uFillTx/>
              <a:latin typeface="Calibri" panose="020F0502020204030204"/>
              <a:ea typeface="等线" panose="02010600030101010101" pitchFamily="2" charset="-122"/>
              <a:cs typeface="+mn-cs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xmlns="" id="{4EB3D321-B2F3-421E-A787-58A12529BA79}"/>
              </a:ext>
            </a:extLst>
          </p:cNvPr>
          <p:cNvSpPr/>
          <p:nvPr/>
        </p:nvSpPr>
        <p:spPr>
          <a:xfrm>
            <a:off x="5901440" y="1858871"/>
            <a:ext cx="5385819" cy="3691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3746">
              <a:lnSpc>
                <a:spcPct val="150000"/>
              </a:lnSpc>
              <a:defRPr/>
            </a:pPr>
            <a:r>
              <a:rPr lang="en-US" altLang="zh-CN" sz="12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DT Agentic Architecture</a:t>
            </a: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EEFF00AD-C9BD-4527-8A53-F205F9AFA2EA}"/>
              </a:ext>
            </a:extLst>
          </p:cNvPr>
          <p:cNvSpPr txBox="1"/>
          <p:nvPr/>
        </p:nvSpPr>
        <p:spPr>
          <a:xfrm>
            <a:off x="352503" y="850405"/>
            <a:ext cx="10518748" cy="8306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636" indent="-285636" algn="just" defTabSz="914112">
              <a:buFont typeface="Arial" panose="020B0604020202020204" pitchFamily="34" charset="0"/>
              <a:buChar char="•"/>
            </a:pPr>
            <a:r>
              <a:rPr lang="en-US" altLang="zh-CN" sz="2399" b="1" dirty="0">
                <a:solidFill>
                  <a:srgbClr val="1D1D1A"/>
                </a:solidFill>
                <a:ea typeface="等线" panose="02010600030101010101" pitchFamily="2" charset="-122"/>
              </a:rPr>
              <a:t>Introducing agents at both service layer and network layer: </a:t>
            </a:r>
            <a:r>
              <a:rPr lang="en-US" altLang="zh-CN" sz="2399" dirty="0">
                <a:solidFill>
                  <a:srgbClr val="1D1D1A"/>
                </a:solidFill>
                <a:ea typeface="等线" panose="02010600030101010101" pitchFamily="2" charset="-122"/>
              </a:rPr>
              <a:t>Multi-vendor and multi-domain autonomy enabled by single domain autonomy</a:t>
            </a:r>
            <a:endParaRPr lang="zh-CN" altLang="en-US" sz="2399" dirty="0">
              <a:solidFill>
                <a:srgbClr val="1D1D1A"/>
              </a:solidFill>
              <a:ea typeface="等线" panose="0201060003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6373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组合 12">
            <a:extLst>
              <a:ext uri="{FF2B5EF4-FFF2-40B4-BE49-F238E27FC236}">
                <a16:creationId xmlns:a16="http://schemas.microsoft.com/office/drawing/2014/main" xmlns="" id="{36E6551F-715B-4D78-B92B-5D9C62C8746A}"/>
              </a:ext>
            </a:extLst>
          </p:cNvPr>
          <p:cNvGrpSpPr/>
          <p:nvPr/>
        </p:nvGrpSpPr>
        <p:grpSpPr>
          <a:xfrm>
            <a:off x="10317241" y="3679300"/>
            <a:ext cx="2056747" cy="2045857"/>
            <a:chOff x="10057248" y="3913501"/>
            <a:chExt cx="2059158" cy="2048255"/>
          </a:xfrm>
        </p:grpSpPr>
        <p:grpSp>
          <p:nvGrpSpPr>
            <p:cNvPr id="116" name="Group 244">
              <a:extLst>
                <a:ext uri="{FF2B5EF4-FFF2-40B4-BE49-F238E27FC236}">
                  <a16:creationId xmlns:a16="http://schemas.microsoft.com/office/drawing/2014/main" xmlns="" id="{B0AC2625-60B4-4581-B765-16EEECB5B5A2}"/>
                </a:ext>
              </a:extLst>
            </p:cNvPr>
            <p:cNvGrpSpPr/>
            <p:nvPr/>
          </p:nvGrpSpPr>
          <p:grpSpPr>
            <a:xfrm>
              <a:off x="10057248" y="3913501"/>
              <a:ext cx="2059158" cy="2048255"/>
              <a:chOff x="7143847" y="4287846"/>
              <a:chExt cx="2059158" cy="1525867"/>
            </a:xfrm>
          </p:grpSpPr>
          <p:grpSp>
            <p:nvGrpSpPr>
              <p:cNvPr id="118" name="Group 246">
                <a:extLst>
                  <a:ext uri="{FF2B5EF4-FFF2-40B4-BE49-F238E27FC236}">
                    <a16:creationId xmlns:a16="http://schemas.microsoft.com/office/drawing/2014/main" xmlns="" id="{C9F77D84-4945-4A5E-B5E3-13CD4501114E}"/>
                  </a:ext>
                </a:extLst>
              </p:cNvPr>
              <p:cNvGrpSpPr/>
              <p:nvPr/>
            </p:nvGrpSpPr>
            <p:grpSpPr>
              <a:xfrm>
                <a:off x="7143847" y="4287846"/>
                <a:ext cx="2059158" cy="1336636"/>
                <a:chOff x="9333043" y="744018"/>
                <a:chExt cx="2059158" cy="1336636"/>
              </a:xfrm>
            </p:grpSpPr>
            <p:sp>
              <p:nvSpPr>
                <p:cNvPr id="122" name="矩形 30">
                  <a:extLst>
                    <a:ext uri="{FF2B5EF4-FFF2-40B4-BE49-F238E27FC236}">
                      <a16:creationId xmlns:a16="http://schemas.microsoft.com/office/drawing/2014/main" xmlns="" id="{572C013B-F192-4460-AE17-71023B9A66DC}"/>
                    </a:ext>
                  </a:extLst>
                </p:cNvPr>
                <p:cNvSpPr/>
                <p:nvPr/>
              </p:nvSpPr>
              <p:spPr>
                <a:xfrm>
                  <a:off x="9333043" y="744018"/>
                  <a:ext cx="2059158" cy="459007"/>
                </a:xfrm>
                <a:prstGeom prst="rect">
                  <a:avLst/>
                </a:prstGeom>
              </p:spPr>
              <p:txBody>
                <a:bodyPr wrap="square">
                  <a:noAutofit/>
                </a:bodyPr>
                <a:lstStyle/>
                <a:p>
                  <a:pPr algn="ctr" defTabSz="912482">
                    <a:defRPr/>
                  </a:pPr>
                  <a:r>
                    <a:rPr lang="en-US" altLang="zh-CN" sz="1050" b="1" dirty="0">
                      <a:solidFill>
                        <a:srgbClr val="1D1D1A">
                          <a:lumMod val="90000"/>
                          <a:lumOff val="10000"/>
                        </a:srgbClr>
                      </a:solidFill>
                      <a:latin typeface="Arial" panose="020B0604020202020204"/>
                      <a:ea typeface="微软雅黑"/>
                      <a:cs typeface="Arial" panose="020B0604020202020204" pitchFamily="34" charset="0"/>
                      <a:sym typeface="+mn-lt"/>
                    </a:rPr>
                    <a:t>Download Speed&lt;5Mbps </a:t>
                  </a:r>
                </a:p>
                <a:p>
                  <a:pPr algn="ctr" defTabSz="912482">
                    <a:defRPr/>
                  </a:pPr>
                  <a:r>
                    <a:rPr lang="en-US" altLang="zh-CN" sz="1050" b="1" dirty="0">
                      <a:solidFill>
                        <a:srgbClr val="1D1D1A">
                          <a:lumMod val="90000"/>
                          <a:lumOff val="10000"/>
                        </a:srgbClr>
                      </a:solidFill>
                      <a:latin typeface="Arial" panose="020B0604020202020204"/>
                      <a:ea typeface="微软雅黑"/>
                      <a:cs typeface="Arial" panose="020B0604020202020204" pitchFamily="34" charset="0"/>
                      <a:sym typeface="+mn-lt"/>
                    </a:rPr>
                    <a:t>Percentage*</a:t>
                  </a:r>
                  <a:endParaRPr lang="en-US" altLang="zh-CN" sz="1050" b="1" dirty="0">
                    <a:solidFill>
                      <a:srgbClr val="1D1D1A">
                        <a:lumMod val="90000"/>
                        <a:lumOff val="10000"/>
                      </a:srgbClr>
                    </a:solidFill>
                    <a:latin typeface="Arial" panose="020B0604020202020204"/>
                    <a:ea typeface="微软雅黑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sp>
              <p:nvSpPr>
                <p:cNvPr id="123" name="文本框 32">
                  <a:extLst>
                    <a:ext uri="{FF2B5EF4-FFF2-40B4-BE49-F238E27FC236}">
                      <a16:creationId xmlns:a16="http://schemas.microsoft.com/office/drawing/2014/main" xmlns="" id="{2CF79AE4-487E-4F24-AA20-A4E8E4F23DEE}"/>
                    </a:ext>
                  </a:extLst>
                </p:cNvPr>
                <p:cNvSpPr txBox="1"/>
                <p:nvPr/>
              </p:nvSpPr>
              <p:spPr>
                <a:xfrm>
                  <a:off x="10189689" y="1707944"/>
                  <a:ext cx="914928" cy="21792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algn="ctr" defTabSz="910766" fontAlgn="ctr">
                    <a:lnSpc>
                      <a:spcPct val="120000"/>
                    </a:lnSpc>
                    <a:defRPr/>
                  </a:pPr>
                  <a:endParaRPr lang="en-US" altLang="zh-CN" sz="1050" b="1" kern="0" dirty="0">
                    <a:solidFill>
                      <a:srgbClr val="E10074"/>
                    </a:solidFill>
                    <a:latin typeface="Arial" panose="020B0604020202020204"/>
                    <a:ea typeface="微软雅黑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cxnSp>
              <p:nvCxnSpPr>
                <p:cNvPr id="124" name="直接连接符 33">
                  <a:extLst>
                    <a:ext uri="{FF2B5EF4-FFF2-40B4-BE49-F238E27FC236}">
                      <a16:creationId xmlns:a16="http://schemas.microsoft.com/office/drawing/2014/main" xmlns="" id="{346FF903-D456-4605-902B-A92917E57A20}"/>
                    </a:ext>
                  </a:extLst>
                </p:cNvPr>
                <p:cNvCxnSpPr/>
                <p:nvPr/>
              </p:nvCxnSpPr>
              <p:spPr>
                <a:xfrm>
                  <a:off x="9844869" y="2065412"/>
                  <a:ext cx="1191197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60000"/>
                      <a:lumOff val="40000"/>
                      <a:alpha val="44000"/>
                    </a:sys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125" name="矩形 34">
                  <a:extLst>
                    <a:ext uri="{FF2B5EF4-FFF2-40B4-BE49-F238E27FC236}">
                      <a16:creationId xmlns:a16="http://schemas.microsoft.com/office/drawing/2014/main" xmlns="" id="{75CAE414-13BA-4902-BEFA-A8804702A534}"/>
                    </a:ext>
                  </a:extLst>
                </p:cNvPr>
                <p:cNvSpPr/>
                <p:nvPr/>
              </p:nvSpPr>
              <p:spPr>
                <a:xfrm>
                  <a:off x="9892696" y="1484289"/>
                  <a:ext cx="249166" cy="596365"/>
                </a:xfrm>
                <a:prstGeom prst="rect">
                  <a:avLst/>
                </a:prstGeom>
                <a:solidFill>
                  <a:srgbClr val="666666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260" tIns="45630" rIns="91260" bIns="45630" numCol="1" spcCol="0" rtlCol="0" fromWordArt="0" anchor="ctr" anchorCtr="0" forceAA="0" compatLnSpc="1">
                  <a:noAutofit/>
                </a:bodyPr>
                <a:lstStyle/>
                <a:p>
                  <a:pPr algn="ctr" defTabSz="912669" fontAlgn="ctr">
                    <a:defRPr/>
                  </a:pPr>
                  <a:endParaRPr lang="en-US" altLang="zh-CN" sz="1200" kern="0" dirty="0">
                    <a:solidFill>
                      <a:srgbClr val="666666"/>
                    </a:solidFill>
                    <a:latin typeface="Arial" panose="020B0604020202020204"/>
                    <a:ea typeface="微软雅黑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pic>
              <p:nvPicPr>
                <p:cNvPr id="126" name="图片 35" descr="5">
                  <a:extLst>
                    <a:ext uri="{FF2B5EF4-FFF2-40B4-BE49-F238E27FC236}">
                      <a16:creationId xmlns:a16="http://schemas.microsoft.com/office/drawing/2014/main" xmlns="" id="{58625D1A-C18E-431B-A44A-EFB255B36D9B}"/>
                    </a:ext>
                  </a:extLst>
                </p:cNvPr>
                <p:cNvPicPr/>
                <p:nvPr/>
              </p:nvPicPr>
              <p:blipFill>
                <a:blip r:embed="rId2">
                  <a:duotone>
                    <a:prstClr val="black"/>
                    <a:srgbClr val="E9002F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 flipV="1">
                  <a:off x="10581071" y="1931197"/>
                  <a:ext cx="292159" cy="124501"/>
                </a:xfrm>
                <a:prstGeom prst="rect">
                  <a:avLst/>
                </a:prstGeom>
                <a:solidFill>
                  <a:srgbClr val="E10074"/>
                </a:solidFill>
              </p:spPr>
            </p:pic>
            <p:sp>
              <p:nvSpPr>
                <p:cNvPr id="127" name="Freeform 5">
                  <a:extLst>
                    <a:ext uri="{FF2B5EF4-FFF2-40B4-BE49-F238E27FC236}">
                      <a16:creationId xmlns:a16="http://schemas.microsoft.com/office/drawing/2014/main" xmlns="" id="{D560F8BB-12AB-40FE-A8A6-A238234C899C}"/>
                    </a:ext>
                  </a:extLst>
                </p:cNvPr>
                <p:cNvSpPr/>
                <p:nvPr/>
              </p:nvSpPr>
              <p:spPr bwMode="auto">
                <a:xfrm rot="15268345" flipH="1" flipV="1">
                  <a:off x="10202081" y="1559755"/>
                  <a:ext cx="325552" cy="235864"/>
                </a:xfrm>
                <a:custGeom>
                  <a:avLst/>
                  <a:gdLst>
                    <a:gd name="T0" fmla="*/ 768 w 768"/>
                    <a:gd name="T1" fmla="*/ 100 h 744"/>
                    <a:gd name="T2" fmla="*/ 609 w 768"/>
                    <a:gd name="T3" fmla="*/ 283 h 744"/>
                    <a:gd name="T4" fmla="*/ 589 w 768"/>
                    <a:gd name="T5" fmla="*/ 202 h 744"/>
                    <a:gd name="T6" fmla="*/ 36 w 768"/>
                    <a:gd name="T7" fmla="*/ 744 h 744"/>
                    <a:gd name="T8" fmla="*/ 560 w 768"/>
                    <a:gd name="T9" fmla="*/ 83 h 744"/>
                    <a:gd name="T10" fmla="*/ 540 w 768"/>
                    <a:gd name="T11" fmla="*/ 0 h 744"/>
                    <a:gd name="T12" fmla="*/ 768 w 768"/>
                    <a:gd name="T13" fmla="*/ 100 h 7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68" h="744">
                      <a:moveTo>
                        <a:pt x="768" y="100"/>
                      </a:moveTo>
                      <a:cubicBezTo>
                        <a:pt x="609" y="283"/>
                        <a:pt x="609" y="283"/>
                        <a:pt x="609" y="283"/>
                      </a:cubicBezTo>
                      <a:cubicBezTo>
                        <a:pt x="609" y="283"/>
                        <a:pt x="590" y="202"/>
                        <a:pt x="589" y="202"/>
                      </a:cubicBezTo>
                      <a:cubicBezTo>
                        <a:pt x="65" y="361"/>
                        <a:pt x="36" y="744"/>
                        <a:pt x="36" y="744"/>
                      </a:cubicBezTo>
                      <a:cubicBezTo>
                        <a:pt x="36" y="744"/>
                        <a:pt x="0" y="260"/>
                        <a:pt x="560" y="83"/>
                      </a:cubicBezTo>
                      <a:cubicBezTo>
                        <a:pt x="561" y="80"/>
                        <a:pt x="540" y="0"/>
                        <a:pt x="540" y="0"/>
                      </a:cubicBezTo>
                      <a:lnTo>
                        <a:pt x="768" y="100"/>
                      </a:lnTo>
                      <a:close/>
                    </a:path>
                  </a:pathLst>
                </a:custGeom>
                <a:solidFill>
                  <a:srgbClr val="E10074"/>
                </a:solidFill>
                <a:ln>
                  <a:noFill/>
                </a:ln>
                <a:effectLst>
                  <a:outerShdw blurRad="63500" sx="101000" sy="101000" algn="ctr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lIns="91241" tIns="45621" rIns="91241" bIns="45621"/>
                <a:lstStyle/>
                <a:p>
                  <a:pPr defTabSz="912669" eaLnBrk="0" hangingPunct="0">
                    <a:spcBef>
                      <a:spcPct val="20000"/>
                    </a:spcBef>
                    <a:buClr>
                      <a:srgbClr val="990000"/>
                    </a:buClr>
                    <a:buSzPct val="60000"/>
                    <a:defRPr/>
                  </a:pPr>
                  <a:endParaRPr lang="zh-CN" altLang="en-US" sz="1399" kern="0" dirty="0">
                    <a:solidFill>
                      <a:srgbClr val="FFFFFF"/>
                    </a:solidFill>
                    <a:latin typeface="Arial" panose="020B0604020202020204"/>
                    <a:ea typeface="微软雅黑"/>
                    <a:cs typeface="Arial" panose="020B0604020202020204" pitchFamily="34" charset="0"/>
                    <a:sym typeface="+mn-lt"/>
                  </a:endParaRPr>
                </a:p>
              </p:txBody>
            </p:sp>
          </p:grpSp>
          <p:sp>
            <p:nvSpPr>
              <p:cNvPr id="119" name="TextBox 247">
                <a:extLst>
                  <a:ext uri="{FF2B5EF4-FFF2-40B4-BE49-F238E27FC236}">
                    <a16:creationId xmlns:a16="http://schemas.microsoft.com/office/drawing/2014/main" xmlns="" id="{6539A53B-AA6F-4527-A204-1F04EE1F5871}"/>
                  </a:ext>
                </a:extLst>
              </p:cNvPr>
              <p:cNvSpPr txBox="1"/>
              <p:nvPr/>
            </p:nvSpPr>
            <p:spPr>
              <a:xfrm>
                <a:off x="8175706" y="5061810"/>
                <a:ext cx="516310" cy="195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defTabSz="913381">
                  <a:defRPr/>
                </a:pPr>
                <a:r>
                  <a:rPr lang="en-US" altLang="zh-CN" sz="1050" dirty="0">
                    <a:solidFill>
                      <a:srgbClr val="282828"/>
                    </a:solidFill>
                    <a:latin typeface="Arial" panose="020B0604020202020204"/>
                    <a:ea typeface="微软雅黑"/>
                  </a:rPr>
                  <a:t>~6</a:t>
                </a:r>
                <a:r>
                  <a:rPr lang="en-US" altLang="zh-CN" sz="1050" dirty="0">
                    <a:solidFill>
                      <a:srgbClr val="1D1D1A"/>
                    </a:solidFill>
                    <a:latin typeface="Arial" panose="020B0604020202020204"/>
                    <a:ea typeface="黑体" panose="02010609060101010101" pitchFamily="49" charset="-122"/>
                  </a:rPr>
                  <a:t>%</a:t>
                </a:r>
                <a:endParaRPr lang="zh-CN" altLang="en-US" sz="1050" dirty="0">
                  <a:solidFill>
                    <a:srgbClr val="282828"/>
                  </a:solidFill>
                  <a:latin typeface="Arial" panose="020B0604020202020204"/>
                  <a:ea typeface="微软雅黑"/>
                </a:endParaRPr>
              </a:p>
            </p:txBody>
          </p:sp>
          <p:sp>
            <p:nvSpPr>
              <p:cNvPr id="120" name="TextBox 248">
                <a:extLst>
                  <a:ext uri="{FF2B5EF4-FFF2-40B4-BE49-F238E27FC236}">
                    <a16:creationId xmlns:a16="http://schemas.microsoft.com/office/drawing/2014/main" xmlns="" id="{5BD28E40-E9B1-4BE4-A734-1B345EE1B245}"/>
                  </a:ext>
                </a:extLst>
              </p:cNvPr>
              <p:cNvSpPr txBox="1"/>
              <p:nvPr/>
            </p:nvSpPr>
            <p:spPr>
              <a:xfrm>
                <a:off x="8215913" y="5618672"/>
                <a:ext cx="691347" cy="195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3381">
                  <a:defRPr/>
                </a:pPr>
                <a:r>
                  <a:rPr lang="en-US" altLang="zh-CN" sz="1050" b="1" dirty="0">
                    <a:solidFill>
                      <a:srgbClr val="E20074"/>
                    </a:solidFill>
                    <a:latin typeface="Arial" panose="020B0604020202020204"/>
                    <a:ea typeface="微软雅黑"/>
                  </a:rPr>
                  <a:t>TO-BE</a:t>
                </a:r>
                <a:endParaRPr lang="zh-CN" altLang="en-US" sz="1050" b="1" dirty="0">
                  <a:solidFill>
                    <a:srgbClr val="E20074"/>
                  </a:solidFill>
                  <a:latin typeface="Arial" panose="020B0604020202020204"/>
                  <a:ea typeface="微软雅黑"/>
                </a:endParaRPr>
              </a:p>
            </p:txBody>
          </p:sp>
          <p:sp>
            <p:nvSpPr>
              <p:cNvPr id="121" name="TextBox 249">
                <a:extLst>
                  <a:ext uri="{FF2B5EF4-FFF2-40B4-BE49-F238E27FC236}">
                    <a16:creationId xmlns:a16="http://schemas.microsoft.com/office/drawing/2014/main" xmlns="" id="{9F7C8DD1-FAD6-4A03-861B-8B327043FFAE}"/>
                  </a:ext>
                </a:extLst>
              </p:cNvPr>
              <p:cNvSpPr txBox="1"/>
              <p:nvPr/>
            </p:nvSpPr>
            <p:spPr>
              <a:xfrm>
                <a:off x="7426007" y="5615839"/>
                <a:ext cx="768199" cy="195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 defTabSz="913381">
                  <a:defRPr/>
                </a:pPr>
                <a:r>
                  <a:rPr lang="en-US" altLang="zh-CN" sz="1050" dirty="0">
                    <a:solidFill>
                      <a:srgbClr val="00B050"/>
                    </a:solidFill>
                    <a:latin typeface="Arial" panose="020B0604020202020204"/>
                    <a:ea typeface="微软雅黑"/>
                  </a:rPr>
                  <a:t>AS-IS</a:t>
                </a:r>
                <a:endParaRPr lang="zh-CN" altLang="en-US" sz="1050" dirty="0">
                  <a:solidFill>
                    <a:srgbClr val="00B050"/>
                  </a:solidFill>
                  <a:latin typeface="Arial" panose="020B0604020202020204"/>
                  <a:ea typeface="微软雅黑"/>
                </a:endParaRPr>
              </a:p>
            </p:txBody>
          </p:sp>
        </p:grpSp>
        <p:cxnSp>
          <p:nvCxnSpPr>
            <p:cNvPr id="117" name="直接连接符 133">
              <a:extLst>
                <a:ext uri="{FF2B5EF4-FFF2-40B4-BE49-F238E27FC236}">
                  <a16:creationId xmlns:a16="http://schemas.microsoft.com/office/drawing/2014/main" xmlns="" id="{9E910E2F-D70A-4A76-8BFE-BE89CB965134}"/>
                </a:ext>
              </a:extLst>
            </p:cNvPr>
            <p:cNvCxnSpPr/>
            <p:nvPr/>
          </p:nvCxnSpPr>
          <p:spPr>
            <a:xfrm>
              <a:off x="10384455" y="4374037"/>
              <a:ext cx="1440000" cy="0"/>
            </a:xfrm>
            <a:prstGeom prst="line">
              <a:avLst/>
            </a:prstGeom>
            <a:ln w="19050">
              <a:solidFill>
                <a:srgbClr val="E2007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0" name="副标题 1">
            <a:extLst>
              <a:ext uri="{FF2B5EF4-FFF2-40B4-BE49-F238E27FC236}">
                <a16:creationId xmlns:a16="http://schemas.microsoft.com/office/drawing/2014/main" xmlns="" id="{9F8EEEBF-49C9-4C29-A70F-1FEE8DFD2746}"/>
              </a:ext>
            </a:extLst>
          </p:cNvPr>
          <p:cNvSpPr txBox="1">
            <a:spLocks/>
          </p:cNvSpPr>
          <p:nvPr/>
        </p:nvSpPr>
        <p:spPr>
          <a:xfrm>
            <a:off x="232218" y="225666"/>
            <a:ext cx="11846372" cy="993012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 defTabSz="1187323" rtl="0" eaLnBrk="1" latinLnBrk="0" hangingPunct="1">
              <a:lnSpc>
                <a:spcPts val="3429"/>
              </a:lnSpc>
              <a:spcBef>
                <a:spcPts val="0"/>
              </a:spcBef>
              <a:buFont typeface="Arial" panose="020B0604020202020204" pitchFamily="34" charset="0"/>
              <a:buNone/>
              <a:defRPr sz="3199" kern="1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593662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59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87323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33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780986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374648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968309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561971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155634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749295" indent="0" algn="ctr" defTabSz="1187323" rtl="0" eaLnBrk="1" latinLnBrk="0" hangingPunct="1">
              <a:lnSpc>
                <a:spcPct val="90000"/>
              </a:lnSpc>
              <a:spcBef>
                <a:spcPts val="650"/>
              </a:spcBef>
              <a:buFont typeface="Arial" panose="020B0604020202020204" pitchFamily="34" charset="0"/>
              <a:buNone/>
              <a:defRPr sz="207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399" b="1" kern="0" smtClean="0">
                <a:solidFill>
                  <a:srgbClr val="E41680"/>
                </a:solidFill>
                <a:latin typeface=" Arial"/>
                <a:ea typeface="微软雅黑" pitchFamily="34" charset="-122"/>
              </a:rPr>
              <a:t>Service Experience Promotion enabled by Collaboration of Multi-layer agents</a:t>
            </a:r>
            <a:endParaRPr lang="zh-CN" altLang="en-US" sz="2399" b="1" kern="0" dirty="0">
              <a:solidFill>
                <a:srgbClr val="E41680"/>
              </a:solidFill>
              <a:latin typeface=" Arial"/>
              <a:ea typeface="微软雅黑" pitchFamily="34" charset="-122"/>
            </a:endParaRPr>
          </a:p>
        </p:txBody>
      </p:sp>
      <p:grpSp>
        <p:nvGrpSpPr>
          <p:cNvPr id="131" name="Group 97">
            <a:extLst>
              <a:ext uri="{FF2B5EF4-FFF2-40B4-BE49-F238E27FC236}">
                <a16:creationId xmlns:a16="http://schemas.microsoft.com/office/drawing/2014/main" xmlns="" id="{72DF7825-C820-4B0F-B331-662DBFC74A50}"/>
              </a:ext>
            </a:extLst>
          </p:cNvPr>
          <p:cNvGrpSpPr/>
          <p:nvPr/>
        </p:nvGrpSpPr>
        <p:grpSpPr>
          <a:xfrm>
            <a:off x="573510" y="1093715"/>
            <a:ext cx="6061724" cy="5187927"/>
            <a:chOff x="530414" y="1111671"/>
            <a:chExt cx="5716549" cy="5005618"/>
          </a:xfrm>
        </p:grpSpPr>
        <p:sp>
          <p:nvSpPr>
            <p:cNvPr id="135" name="箭头: 右 652">
              <a:extLst>
                <a:ext uri="{FF2B5EF4-FFF2-40B4-BE49-F238E27FC236}">
                  <a16:creationId xmlns:a16="http://schemas.microsoft.com/office/drawing/2014/main" xmlns="" id="{73B9B977-76DB-43ED-B86F-1F0510DC2B01}"/>
                </a:ext>
              </a:extLst>
            </p:cNvPr>
            <p:cNvSpPr/>
            <p:nvPr/>
          </p:nvSpPr>
          <p:spPr>
            <a:xfrm rot="16200000">
              <a:off x="848203" y="793882"/>
              <a:ext cx="5005618" cy="5641196"/>
            </a:xfrm>
            <a:prstGeom prst="rightArrow">
              <a:avLst>
                <a:gd name="adj1" fmla="val 100000"/>
                <a:gd name="adj2" fmla="val 0"/>
              </a:avLst>
            </a:prstGeom>
            <a:gradFill>
              <a:gsLst>
                <a:gs pos="0">
                  <a:srgbClr val="B3D7FF">
                    <a:alpha val="15000"/>
                  </a:srgbClr>
                </a:gs>
                <a:gs pos="100000">
                  <a:srgbClr val="B3D7FF">
                    <a:alpha val="0"/>
                  </a:srgbClr>
                </a:gs>
              </a:gsLst>
              <a:lin ang="10800000" scaled="0"/>
            </a:gradFill>
            <a:ln w="3175">
              <a:gradFill>
                <a:gsLst>
                  <a:gs pos="11000">
                    <a:srgbClr val="B3D7FF"/>
                  </a:gs>
                  <a:gs pos="100000">
                    <a:srgbClr val="B3D7FF">
                      <a:alpha val="0"/>
                    </a:srgbClr>
                  </a:gs>
                </a:gsLst>
                <a:lin ang="10800000" scaled="0"/>
              </a:gradFill>
            </a:ln>
          </p:spPr>
          <p:txBody>
            <a:bodyPr vert="horz" wrap="square" lIns="182524" tIns="91260" rIns="182524" bIns="9126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1825143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Arial" panose="020B0604020202020204" pitchFamily="34" charset="0"/>
                <a:sym typeface="+mn-lt"/>
              </a:endParaRPr>
            </a:p>
          </p:txBody>
        </p:sp>
        <p:sp>
          <p:nvSpPr>
            <p:cNvPr id="136" name="矩形: 圆角 44">
              <a:extLst>
                <a:ext uri="{FF2B5EF4-FFF2-40B4-BE49-F238E27FC236}">
                  <a16:creationId xmlns:a16="http://schemas.microsoft.com/office/drawing/2014/main" xmlns="" id="{5912FB47-B5A5-4919-9D2F-6C77928F5044}"/>
                </a:ext>
              </a:extLst>
            </p:cNvPr>
            <p:cNvSpPr/>
            <p:nvPr/>
          </p:nvSpPr>
          <p:spPr>
            <a:xfrm>
              <a:off x="664542" y="4265867"/>
              <a:ext cx="4469304" cy="1365181"/>
            </a:xfrm>
            <a:prstGeom prst="roundRect">
              <a:avLst>
                <a:gd name="adj" fmla="val 5507"/>
              </a:avLst>
            </a:prstGeom>
            <a:solidFill>
              <a:srgbClr val="D4F1F5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96" tIns="45648" rIns="91296" bIns="45648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0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rPr>
                <a:t>Network Optimization Agent</a:t>
              </a:r>
            </a:p>
          </p:txBody>
        </p:sp>
        <p:sp>
          <p:nvSpPr>
            <p:cNvPr id="137" name="矩形 67">
              <a:extLst>
                <a:ext uri="{FF2B5EF4-FFF2-40B4-BE49-F238E27FC236}">
                  <a16:creationId xmlns:a16="http://schemas.microsoft.com/office/drawing/2014/main" xmlns="" id="{1CD40062-C321-47D0-B975-D5DE4BFD34FB}"/>
                </a:ext>
              </a:extLst>
            </p:cNvPr>
            <p:cNvSpPr/>
            <p:nvPr/>
          </p:nvSpPr>
          <p:spPr>
            <a:xfrm>
              <a:off x="5320764" y="4280415"/>
              <a:ext cx="244342" cy="1365182"/>
            </a:xfrm>
            <a:prstGeom prst="rect">
              <a:avLst/>
            </a:prstGeom>
            <a:solidFill>
              <a:srgbClr val="61B230">
                <a:lumMod val="20000"/>
                <a:lumOff val="80000"/>
              </a:srgbClr>
            </a:solidFill>
            <a:ln w="1905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60" tIns="45630" rIns="91260" bIns="4563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23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NEM</a:t>
              </a:r>
              <a:endPara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38" name="矩形: 圆角 43">
              <a:extLst>
                <a:ext uri="{FF2B5EF4-FFF2-40B4-BE49-F238E27FC236}">
                  <a16:creationId xmlns:a16="http://schemas.microsoft.com/office/drawing/2014/main" xmlns="" id="{9B9155ED-7742-4CE3-BDDC-0D5C5F7225BC}"/>
                </a:ext>
              </a:extLst>
            </p:cNvPr>
            <p:cNvSpPr/>
            <p:nvPr/>
          </p:nvSpPr>
          <p:spPr>
            <a:xfrm>
              <a:off x="664540" y="1794755"/>
              <a:ext cx="5408794" cy="1221688"/>
            </a:xfrm>
            <a:prstGeom prst="roundRect">
              <a:avLst/>
            </a:prstGeom>
            <a:solidFill>
              <a:srgbClr val="E41680"/>
            </a:solidFill>
            <a:ln>
              <a:noFill/>
            </a:ln>
          </p:spPr>
          <p:txBody>
            <a:bodyPr wrap="square" lIns="0" tIns="0" rIns="0" bIns="0" rtlCol="0" anchor="t" anchorCtr="0">
              <a:noAutofit/>
            </a:bodyPr>
            <a:lstStyle/>
            <a:p>
              <a:pPr marL="0" marR="0" lvl="0" indent="0" algn="ctr" defTabSz="9123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zh-CN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0" name="矩形 74">
              <a:extLst>
                <a:ext uri="{FF2B5EF4-FFF2-40B4-BE49-F238E27FC236}">
                  <a16:creationId xmlns:a16="http://schemas.microsoft.com/office/drawing/2014/main" xmlns="" id="{B3B9ADE8-9B2B-4736-B458-C8B5D214D1DD}"/>
                </a:ext>
              </a:extLst>
            </p:cNvPr>
            <p:cNvSpPr/>
            <p:nvPr/>
          </p:nvSpPr>
          <p:spPr>
            <a:xfrm>
              <a:off x="664540" y="5847430"/>
              <a:ext cx="5408795" cy="257791"/>
            </a:xfrm>
            <a:prstGeom prst="rect">
              <a:avLst/>
            </a:prstGeom>
            <a:solidFill>
              <a:srgbClr val="DDDDDD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96" tIns="45648" rIns="91296" bIns="456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0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rPr>
                <a:t>NE</a:t>
              </a:r>
              <a:endParaRPr kumimoji="0" lang="zh-CN" alt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1" name="矩形 75">
              <a:extLst>
                <a:ext uri="{FF2B5EF4-FFF2-40B4-BE49-F238E27FC236}">
                  <a16:creationId xmlns:a16="http://schemas.microsoft.com/office/drawing/2014/main" xmlns="" id="{C464B467-B43E-42E2-9AE9-D99AD36F4191}"/>
                </a:ext>
              </a:extLst>
            </p:cNvPr>
            <p:cNvSpPr/>
            <p:nvPr/>
          </p:nvSpPr>
          <p:spPr>
            <a:xfrm>
              <a:off x="5784398" y="4265867"/>
              <a:ext cx="225480" cy="1379730"/>
            </a:xfrm>
            <a:prstGeom prst="rect">
              <a:avLst/>
            </a:prstGeom>
            <a:solidFill>
              <a:srgbClr val="E41680"/>
            </a:solidFill>
            <a:ln>
              <a:noFill/>
            </a:ln>
          </p:spPr>
          <p:txBody>
            <a:bodyPr wrap="square" lIns="0" tIns="0" rIns="0" bIns="0" rtlCol="0" anchor="ctr" anchorCtr="0">
              <a:noAutofit/>
            </a:bodyPr>
            <a:lstStyle/>
            <a:p>
              <a:pPr marL="0" marR="0" lvl="0" indent="0" algn="ctr" defTabSz="9123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1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DTRC</a:t>
              </a:r>
              <a:endParaRPr kumimoji="1" lang="zh-CN" altLang="en-US" sz="11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cxnSp>
          <p:nvCxnSpPr>
            <p:cNvPr id="142" name="直接箭头连接符 94">
              <a:extLst>
                <a:ext uri="{FF2B5EF4-FFF2-40B4-BE49-F238E27FC236}">
                  <a16:creationId xmlns:a16="http://schemas.microsoft.com/office/drawing/2014/main" xmlns="" id="{52635B2B-9923-481E-BF63-BFEF2F809826}"/>
                </a:ext>
              </a:extLst>
            </p:cNvPr>
            <p:cNvCxnSpPr>
              <a:cxnSpLocks/>
              <a:stCxn id="141" idx="2"/>
            </p:cNvCxnSpPr>
            <p:nvPr/>
          </p:nvCxnSpPr>
          <p:spPr>
            <a:xfrm flipH="1">
              <a:off x="5886764" y="5645597"/>
              <a:ext cx="10374" cy="201833"/>
            </a:xfrm>
            <a:prstGeom prst="straightConnector1">
              <a:avLst/>
            </a:prstGeom>
            <a:noFill/>
            <a:ln w="6350" cap="flat" cmpd="sng" algn="ctr">
              <a:solidFill>
                <a:srgbClr val="DDDDDD">
                  <a:lumMod val="2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43" name="直接箭头连接符 31">
              <a:extLst>
                <a:ext uri="{FF2B5EF4-FFF2-40B4-BE49-F238E27FC236}">
                  <a16:creationId xmlns:a16="http://schemas.microsoft.com/office/drawing/2014/main" xmlns="" id="{C98A08FC-3424-44DD-8DBE-CC4E93BC990F}"/>
                </a:ext>
              </a:extLst>
            </p:cNvPr>
            <p:cNvCxnSpPr>
              <a:cxnSpLocks/>
              <a:endCxn id="141" idx="0"/>
            </p:cNvCxnSpPr>
            <p:nvPr/>
          </p:nvCxnSpPr>
          <p:spPr>
            <a:xfrm>
              <a:off x="5886764" y="3055918"/>
              <a:ext cx="10374" cy="1209949"/>
            </a:xfrm>
            <a:prstGeom prst="straightConnector1">
              <a:avLst/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44" name="直接箭头连接符 40">
              <a:extLst>
                <a:ext uri="{FF2B5EF4-FFF2-40B4-BE49-F238E27FC236}">
                  <a16:creationId xmlns:a16="http://schemas.microsoft.com/office/drawing/2014/main" xmlns="" id="{6FAB77EC-E4C1-4E76-9DA5-BA2CD864E21C}"/>
                </a:ext>
              </a:extLst>
            </p:cNvPr>
            <p:cNvCxnSpPr>
              <a:cxnSpLocks/>
              <a:stCxn id="137" idx="3"/>
              <a:endCxn id="141" idx="1"/>
            </p:cNvCxnSpPr>
            <p:nvPr/>
          </p:nvCxnSpPr>
          <p:spPr>
            <a:xfrm flipV="1">
              <a:off x="5565107" y="4955732"/>
              <a:ext cx="219292" cy="7274"/>
            </a:xfrm>
            <a:prstGeom prst="straightConnector1">
              <a:avLst/>
            </a:prstGeom>
            <a:noFill/>
            <a:ln w="6350" cap="flat" cmpd="sng" algn="ctr">
              <a:solidFill>
                <a:srgbClr val="DDDDDD">
                  <a:lumMod val="25000"/>
                </a:srgbClr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145" name="直接箭头连接符 49">
              <a:extLst>
                <a:ext uri="{FF2B5EF4-FFF2-40B4-BE49-F238E27FC236}">
                  <a16:creationId xmlns:a16="http://schemas.microsoft.com/office/drawing/2014/main" xmlns="" id="{8A3541B6-0CC9-47D6-A180-5381947A5EA9}"/>
                </a:ext>
              </a:extLst>
            </p:cNvPr>
            <p:cNvCxnSpPr>
              <a:cxnSpLocks/>
              <a:endCxn id="137" idx="2"/>
            </p:cNvCxnSpPr>
            <p:nvPr/>
          </p:nvCxnSpPr>
          <p:spPr>
            <a:xfrm flipV="1">
              <a:off x="5442935" y="5645597"/>
              <a:ext cx="1" cy="201833"/>
            </a:xfrm>
            <a:prstGeom prst="straightConnector1">
              <a:avLst/>
            </a:prstGeom>
            <a:noFill/>
            <a:ln w="6350" cap="flat" cmpd="sng" algn="ctr">
              <a:solidFill>
                <a:srgbClr val="DDDDDD">
                  <a:lumMod val="2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46" name="矩形: 圆角 21">
              <a:extLst>
                <a:ext uri="{FF2B5EF4-FFF2-40B4-BE49-F238E27FC236}">
                  <a16:creationId xmlns:a16="http://schemas.microsoft.com/office/drawing/2014/main" xmlns="" id="{31F6457A-882D-4C72-A06B-1BC04646ED39}"/>
                </a:ext>
              </a:extLst>
            </p:cNvPr>
            <p:cNvSpPr/>
            <p:nvPr/>
          </p:nvSpPr>
          <p:spPr>
            <a:xfrm>
              <a:off x="752091" y="1938942"/>
              <a:ext cx="972883" cy="317962"/>
            </a:xfrm>
            <a:prstGeom prst="round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96" tIns="45648" rIns="91296" bIns="456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0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rPr>
                <a:t>Event Scan</a:t>
              </a: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47" name="矩形: 圆角 22">
              <a:extLst>
                <a:ext uri="{FF2B5EF4-FFF2-40B4-BE49-F238E27FC236}">
                  <a16:creationId xmlns:a16="http://schemas.microsoft.com/office/drawing/2014/main" xmlns="" id="{722CAD3D-1063-4A62-A9DC-E31A634C2BD1}"/>
                </a:ext>
              </a:extLst>
            </p:cNvPr>
            <p:cNvSpPr/>
            <p:nvPr/>
          </p:nvSpPr>
          <p:spPr>
            <a:xfrm>
              <a:off x="3355058" y="2256294"/>
              <a:ext cx="1458142" cy="329277"/>
            </a:xfrm>
            <a:prstGeom prst="round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96" tIns="45648" rIns="91296" bIns="456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0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rPr>
                <a:t>Opt. Policy </a:t>
              </a:r>
            </a:p>
            <a:p>
              <a:pPr marL="0" marR="0" lvl="0" indent="0" algn="ctr" defTabSz="9130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rPr>
                <a:t>Decision &amp; execution</a:t>
              </a:r>
            </a:p>
          </p:txBody>
        </p:sp>
        <p:cxnSp>
          <p:nvCxnSpPr>
            <p:cNvPr id="148" name="直接箭头连接符 40">
              <a:extLst>
                <a:ext uri="{FF2B5EF4-FFF2-40B4-BE49-F238E27FC236}">
                  <a16:creationId xmlns:a16="http://schemas.microsoft.com/office/drawing/2014/main" xmlns="" id="{9F3DCB54-2C3E-478E-B995-15791260F360}"/>
                </a:ext>
              </a:extLst>
            </p:cNvPr>
            <p:cNvCxnSpPr>
              <a:cxnSpLocks/>
              <a:endCxn id="136" idx="3"/>
            </p:cNvCxnSpPr>
            <p:nvPr/>
          </p:nvCxnSpPr>
          <p:spPr>
            <a:xfrm flipH="1">
              <a:off x="5133846" y="4934463"/>
              <a:ext cx="186918" cy="13994"/>
            </a:xfrm>
            <a:prstGeom prst="straightConnector1">
              <a:avLst/>
            </a:prstGeom>
            <a:noFill/>
            <a:ln w="6350" cap="flat" cmpd="sng" algn="ctr">
              <a:solidFill>
                <a:srgbClr val="DDDDDD">
                  <a:lumMod val="25000"/>
                </a:srgbClr>
              </a:solidFill>
              <a:prstDash val="solid"/>
              <a:miter lim="800000"/>
              <a:headEnd type="triangle" w="med" len="med"/>
              <a:tailEnd type="triangle" w="med" len="med"/>
            </a:ln>
            <a:effectLst/>
          </p:spPr>
        </p:cxnSp>
        <p:cxnSp>
          <p:nvCxnSpPr>
            <p:cNvPr id="149" name="直接箭头连接符 49">
              <a:extLst>
                <a:ext uri="{FF2B5EF4-FFF2-40B4-BE49-F238E27FC236}">
                  <a16:creationId xmlns:a16="http://schemas.microsoft.com/office/drawing/2014/main" xmlns="" id="{AAC0BFA4-B2BC-4194-95A8-9557A0FD3659}"/>
                </a:ext>
              </a:extLst>
            </p:cNvPr>
            <p:cNvCxnSpPr>
              <a:cxnSpLocks/>
              <a:stCxn id="137" idx="0"/>
            </p:cNvCxnSpPr>
            <p:nvPr/>
          </p:nvCxnSpPr>
          <p:spPr>
            <a:xfrm flipH="1" flipV="1">
              <a:off x="5442935" y="3055918"/>
              <a:ext cx="1" cy="1224497"/>
            </a:xfrm>
            <a:prstGeom prst="straightConnector1">
              <a:avLst/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50" name="文本框 93">
              <a:extLst>
                <a:ext uri="{FF2B5EF4-FFF2-40B4-BE49-F238E27FC236}">
                  <a16:creationId xmlns:a16="http://schemas.microsoft.com/office/drawing/2014/main" xmlns="" id="{49763E2A-8D85-4C26-ACF4-2681A9EE69F1}"/>
                </a:ext>
              </a:extLst>
            </p:cNvPr>
            <p:cNvSpPr txBox="1"/>
            <p:nvPr/>
          </p:nvSpPr>
          <p:spPr>
            <a:xfrm>
              <a:off x="2142601" y="1789938"/>
              <a:ext cx="2732605" cy="26695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230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DT Guardian Agent</a:t>
              </a:r>
            </a:p>
          </p:txBody>
        </p:sp>
        <p:cxnSp>
          <p:nvCxnSpPr>
            <p:cNvPr id="151" name="直接箭头连接符 6">
              <a:extLst>
                <a:ext uri="{FF2B5EF4-FFF2-40B4-BE49-F238E27FC236}">
                  <a16:creationId xmlns:a16="http://schemas.microsoft.com/office/drawing/2014/main" xmlns="" id="{3A1CF2A2-4E02-40D1-A3E2-6A4D5C262763}"/>
                </a:ext>
              </a:extLst>
            </p:cNvPr>
            <p:cNvCxnSpPr>
              <a:cxnSpLocks/>
              <a:endCxn id="146" idx="0"/>
            </p:cNvCxnSpPr>
            <p:nvPr/>
          </p:nvCxnSpPr>
          <p:spPr>
            <a:xfrm>
              <a:off x="1235512" y="1588744"/>
              <a:ext cx="3021" cy="350198"/>
            </a:xfrm>
            <a:prstGeom prst="straightConnector1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  <a:tailEnd type="triangle"/>
            </a:ln>
            <a:effectLst/>
          </p:spPr>
        </p:cxnSp>
        <p:grpSp>
          <p:nvGrpSpPr>
            <p:cNvPr id="152" name="Group 158">
              <a:extLst>
                <a:ext uri="{FF2B5EF4-FFF2-40B4-BE49-F238E27FC236}">
                  <a16:creationId xmlns:a16="http://schemas.microsoft.com/office/drawing/2014/main" xmlns="" id="{7D370EF0-B049-458F-A02D-C97F3C8A9F9C}"/>
                </a:ext>
              </a:extLst>
            </p:cNvPr>
            <p:cNvGrpSpPr/>
            <p:nvPr/>
          </p:nvGrpSpPr>
          <p:grpSpPr>
            <a:xfrm>
              <a:off x="667378" y="1264543"/>
              <a:ext cx="1223056" cy="340189"/>
              <a:chOff x="1733435" y="888705"/>
              <a:chExt cx="1297630" cy="364819"/>
            </a:xfrm>
          </p:grpSpPr>
          <p:sp>
            <p:nvSpPr>
              <p:cNvPr id="202" name="任意多边形: 形状 7">
                <a:extLst>
                  <a:ext uri="{FF2B5EF4-FFF2-40B4-BE49-F238E27FC236}">
                    <a16:creationId xmlns:a16="http://schemas.microsoft.com/office/drawing/2014/main" xmlns="" id="{30DEC3F5-C647-44F0-A41D-116E4F4B59A3}"/>
                  </a:ext>
                </a:extLst>
              </p:cNvPr>
              <p:cNvSpPr/>
              <p:nvPr/>
            </p:nvSpPr>
            <p:spPr>
              <a:xfrm>
                <a:off x="1748764" y="888705"/>
                <a:ext cx="1145863" cy="359996"/>
              </a:xfrm>
              <a:custGeom>
                <a:avLst/>
                <a:gdLst>
                  <a:gd name="connsiteX0" fmla="*/ 1876697 w 2896035"/>
                  <a:gd name="connsiteY0" fmla="*/ 0 h 1359291"/>
                  <a:gd name="connsiteX1" fmla="*/ 2276426 w 2896035"/>
                  <a:gd name="connsiteY1" fmla="*/ 325788 h 1359291"/>
                  <a:gd name="connsiteX2" fmla="*/ 2278834 w 2896035"/>
                  <a:gd name="connsiteY2" fmla="*/ 349675 h 1359291"/>
                  <a:gd name="connsiteX3" fmla="*/ 2331741 w 2896035"/>
                  <a:gd name="connsiteY3" fmla="*/ 354476 h 1359291"/>
                  <a:gd name="connsiteX4" fmla="*/ 2753781 w 2896035"/>
                  <a:gd name="connsiteY4" fmla="*/ 821688 h 1359291"/>
                  <a:gd name="connsiteX5" fmla="*/ 2733401 w 2896035"/>
                  <a:gd name="connsiteY5" fmla="*/ 952281 h 1359291"/>
                  <a:gd name="connsiteX6" fmla="*/ 2896035 w 2896035"/>
                  <a:gd name="connsiteY6" fmla="*/ 1149731 h 1359291"/>
                  <a:gd name="connsiteX7" fmla="*/ 2672531 w 2896035"/>
                  <a:gd name="connsiteY7" fmla="*/ 1359291 h 1359291"/>
                  <a:gd name="connsiteX8" fmla="*/ 372596 w 2896035"/>
                  <a:gd name="connsiteY8" fmla="*/ 1359291 h 1359291"/>
                  <a:gd name="connsiteX9" fmla="*/ 0 w 2896035"/>
                  <a:gd name="connsiteY9" fmla="*/ 1022135 h 1359291"/>
                  <a:gd name="connsiteX10" fmla="*/ 375948 w 2896035"/>
                  <a:gd name="connsiteY10" fmla="*/ 685039 h 1359291"/>
                  <a:gd name="connsiteX11" fmla="*/ 457332 w 2896035"/>
                  <a:gd name="connsiteY11" fmla="*/ 694153 h 1359291"/>
                  <a:gd name="connsiteX12" fmla="*/ 457332 w 2896035"/>
                  <a:gd name="connsiteY12" fmla="*/ 666811 h 1359291"/>
                  <a:gd name="connsiteX13" fmla="*/ 1158414 w 2896035"/>
                  <a:gd name="connsiteY13" fmla="*/ 38068 h 1359291"/>
                  <a:gd name="connsiteX14" fmla="*/ 1491840 w 2896035"/>
                  <a:gd name="connsiteY14" fmla="*/ 113671 h 1359291"/>
                  <a:gd name="connsiteX15" fmla="*/ 1560111 w 2896035"/>
                  <a:gd name="connsiteY15" fmla="*/ 153532 h 1359291"/>
                  <a:gd name="connsiteX16" fmla="*/ 1588185 w 2896035"/>
                  <a:gd name="connsiteY16" fmla="*/ 119506 h 1359291"/>
                  <a:gd name="connsiteX17" fmla="*/ 1876697 w 2896035"/>
                  <a:gd name="connsiteY17" fmla="*/ 0 h 1359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896035" h="1359291">
                    <a:moveTo>
                      <a:pt x="1876697" y="0"/>
                    </a:moveTo>
                    <a:cubicBezTo>
                      <a:pt x="2073872" y="0"/>
                      <a:pt x="2238380" y="139861"/>
                      <a:pt x="2276426" y="325788"/>
                    </a:cubicBezTo>
                    <a:lnTo>
                      <a:pt x="2278834" y="349675"/>
                    </a:lnTo>
                    <a:lnTo>
                      <a:pt x="2331741" y="354476"/>
                    </a:lnTo>
                    <a:cubicBezTo>
                      <a:pt x="2572293" y="398786"/>
                      <a:pt x="2753781" y="590474"/>
                      <a:pt x="2753781" y="821688"/>
                    </a:cubicBezTo>
                    <a:cubicBezTo>
                      <a:pt x="2753781" y="867258"/>
                      <a:pt x="2746943" y="909769"/>
                      <a:pt x="2733401" y="952281"/>
                    </a:cubicBezTo>
                    <a:cubicBezTo>
                      <a:pt x="2828327" y="979623"/>
                      <a:pt x="2896035" y="1058591"/>
                      <a:pt x="2896035" y="1149731"/>
                    </a:cubicBezTo>
                    <a:cubicBezTo>
                      <a:pt x="2896035" y="1262096"/>
                      <a:pt x="2797758" y="1353236"/>
                      <a:pt x="2672531" y="1359291"/>
                    </a:cubicBezTo>
                    <a:cubicBezTo>
                      <a:pt x="372596" y="1359291"/>
                      <a:pt x="372596" y="1359291"/>
                      <a:pt x="372596" y="1359291"/>
                    </a:cubicBezTo>
                    <a:cubicBezTo>
                      <a:pt x="165986" y="1356233"/>
                      <a:pt x="0" y="1207412"/>
                      <a:pt x="0" y="1022135"/>
                    </a:cubicBezTo>
                    <a:cubicBezTo>
                      <a:pt x="0" y="836858"/>
                      <a:pt x="169337" y="685039"/>
                      <a:pt x="375948" y="685039"/>
                    </a:cubicBezTo>
                    <a:cubicBezTo>
                      <a:pt x="403031" y="685039"/>
                      <a:pt x="430115" y="688036"/>
                      <a:pt x="457332" y="694153"/>
                    </a:cubicBezTo>
                    <a:cubicBezTo>
                      <a:pt x="457332" y="685039"/>
                      <a:pt x="457332" y="675925"/>
                      <a:pt x="457332" y="666811"/>
                    </a:cubicBezTo>
                    <a:cubicBezTo>
                      <a:pt x="457332" y="320541"/>
                      <a:pt x="768924" y="38068"/>
                      <a:pt x="1158414" y="38068"/>
                    </a:cubicBezTo>
                    <a:cubicBezTo>
                      <a:pt x="1279082" y="38068"/>
                      <a:pt x="1392604" y="65404"/>
                      <a:pt x="1491840" y="113671"/>
                    </a:cubicBezTo>
                    <a:lnTo>
                      <a:pt x="1560111" y="153532"/>
                    </a:lnTo>
                    <a:lnTo>
                      <a:pt x="1588185" y="119506"/>
                    </a:lnTo>
                    <a:cubicBezTo>
                      <a:pt x="1662022" y="45669"/>
                      <a:pt x="1764026" y="0"/>
                      <a:pt x="187669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EBEBEB">
                      <a:alpha val="21000"/>
                    </a:srgbClr>
                  </a:gs>
                  <a:gs pos="100000">
                    <a:srgbClr val="1D1D1A">
                      <a:alpha val="0"/>
                    </a:srgbClr>
                  </a:gs>
                </a:gsLst>
                <a:lin ang="54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666666">
                        <a:alpha val="0"/>
                      </a:srgbClr>
                    </a:gs>
                    <a:gs pos="100000">
                      <a:srgbClr val="666666"/>
                    </a:gs>
                  </a:gsLst>
                  <a:lin ang="162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257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203" name="矩形 61">
                <a:extLst>
                  <a:ext uri="{FF2B5EF4-FFF2-40B4-BE49-F238E27FC236}">
                    <a16:creationId xmlns:a16="http://schemas.microsoft.com/office/drawing/2014/main" xmlns="" id="{1DC91941-6253-4697-BA5B-2A1D74D593CA}"/>
                  </a:ext>
                </a:extLst>
              </p:cNvPr>
              <p:cNvSpPr/>
              <p:nvPr/>
            </p:nvSpPr>
            <p:spPr>
              <a:xfrm>
                <a:off x="1733435" y="983149"/>
                <a:ext cx="1297630" cy="27037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marR="0" lvl="0" indent="0" algn="ctr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Arial" panose="020B0604020202020204" pitchFamily="34" charset="0"/>
                  </a:rPr>
                  <a:t>Internet data</a:t>
                </a:r>
                <a:endPara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53" name="矩形: 圆角 21">
              <a:extLst>
                <a:ext uri="{FF2B5EF4-FFF2-40B4-BE49-F238E27FC236}">
                  <a16:creationId xmlns:a16="http://schemas.microsoft.com/office/drawing/2014/main" xmlns="" id="{392C5C88-2E91-403D-B592-9DA9C01D1660}"/>
                </a:ext>
              </a:extLst>
            </p:cNvPr>
            <p:cNvSpPr/>
            <p:nvPr/>
          </p:nvSpPr>
          <p:spPr>
            <a:xfrm>
              <a:off x="763724" y="2585571"/>
              <a:ext cx="956658" cy="317962"/>
            </a:xfrm>
            <a:prstGeom prst="round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96" tIns="45648" rIns="91296" bIns="456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0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rPr>
                <a:t>Guardian Target</a:t>
              </a: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/>
                <a:ea typeface="等线" panose="02010600030101010101" pitchFamily="2" charset="-122"/>
                <a:cs typeface="Arial" panose="020B0604020202020204" pitchFamily="34" charset="0"/>
              </a:endParaRPr>
            </a:p>
          </p:txBody>
        </p:sp>
        <p:sp>
          <p:nvSpPr>
            <p:cNvPr id="154" name="矩形: 圆角 21">
              <a:extLst>
                <a:ext uri="{FF2B5EF4-FFF2-40B4-BE49-F238E27FC236}">
                  <a16:creationId xmlns:a16="http://schemas.microsoft.com/office/drawing/2014/main" xmlns="" id="{562926F2-332F-4864-A412-5EEFCA9307D5}"/>
                </a:ext>
              </a:extLst>
            </p:cNvPr>
            <p:cNvSpPr/>
            <p:nvPr/>
          </p:nvSpPr>
          <p:spPr>
            <a:xfrm>
              <a:off x="1908430" y="2261951"/>
              <a:ext cx="1178124" cy="317962"/>
            </a:xfrm>
            <a:prstGeom prst="round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96" tIns="45648" rIns="91296" bIns="456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0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rPr>
                <a:t>Guardian Policy Decision</a:t>
              </a:r>
            </a:p>
          </p:txBody>
        </p:sp>
        <p:sp>
          <p:nvSpPr>
            <p:cNvPr id="155" name="矩形: 圆角 22">
              <a:extLst>
                <a:ext uri="{FF2B5EF4-FFF2-40B4-BE49-F238E27FC236}">
                  <a16:creationId xmlns:a16="http://schemas.microsoft.com/office/drawing/2014/main" xmlns="" id="{80ED5D64-6CBD-412A-B225-440562A5A02F}"/>
                </a:ext>
              </a:extLst>
            </p:cNvPr>
            <p:cNvSpPr/>
            <p:nvPr/>
          </p:nvSpPr>
          <p:spPr>
            <a:xfrm>
              <a:off x="5040918" y="2249799"/>
              <a:ext cx="857775" cy="329277"/>
            </a:xfrm>
            <a:prstGeom prst="roundRect">
              <a:avLst/>
            </a:pr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296" tIns="45648" rIns="91296" bIns="45648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301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rPr>
                <a:t>Effect Evaluation</a:t>
              </a:r>
            </a:p>
          </p:txBody>
        </p:sp>
        <p:cxnSp>
          <p:nvCxnSpPr>
            <p:cNvPr id="156" name="直接箭头连接符 96">
              <a:extLst>
                <a:ext uri="{FF2B5EF4-FFF2-40B4-BE49-F238E27FC236}">
                  <a16:creationId xmlns:a16="http://schemas.microsoft.com/office/drawing/2014/main" xmlns="" id="{AD8A635E-0A85-4B8D-9FD2-8907D53F14D4}"/>
                </a:ext>
              </a:extLst>
            </p:cNvPr>
            <p:cNvCxnSpPr>
              <a:cxnSpLocks/>
              <a:endCxn id="155" idx="0"/>
            </p:cNvCxnSpPr>
            <p:nvPr/>
          </p:nvCxnSpPr>
          <p:spPr>
            <a:xfrm flipH="1">
              <a:off x="5469805" y="1604798"/>
              <a:ext cx="3" cy="645001"/>
            </a:xfrm>
            <a:prstGeom prst="straightConnector1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57" name="直接箭头连接符 98">
              <a:extLst>
                <a:ext uri="{FF2B5EF4-FFF2-40B4-BE49-F238E27FC236}">
                  <a16:creationId xmlns:a16="http://schemas.microsoft.com/office/drawing/2014/main" xmlns="" id="{ACE0FCE6-4D8F-4AFC-9ADE-121B664DCB68}"/>
                </a:ext>
              </a:extLst>
            </p:cNvPr>
            <p:cNvCxnSpPr>
              <a:cxnSpLocks/>
              <a:stCxn id="154" idx="0"/>
            </p:cNvCxnSpPr>
            <p:nvPr/>
          </p:nvCxnSpPr>
          <p:spPr>
            <a:xfrm flipV="1">
              <a:off x="2497490" y="1616952"/>
              <a:ext cx="0" cy="644999"/>
            </a:xfrm>
            <a:prstGeom prst="straightConnector1">
              <a:avLst/>
            </a:prstGeom>
            <a:noFill/>
            <a:ln w="6350" cap="flat" cmpd="sng" algn="ctr">
              <a:solidFill>
                <a:srgbClr val="00B0F0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58" name="矩形 99">
              <a:extLst>
                <a:ext uri="{FF2B5EF4-FFF2-40B4-BE49-F238E27FC236}">
                  <a16:creationId xmlns:a16="http://schemas.microsoft.com/office/drawing/2014/main" xmlns="" id="{B0994FAD-973E-4438-802E-D2A5E03420DC}"/>
                </a:ext>
              </a:extLst>
            </p:cNvPr>
            <p:cNvSpPr/>
            <p:nvPr/>
          </p:nvSpPr>
          <p:spPr>
            <a:xfrm>
              <a:off x="2801492" y="1357211"/>
              <a:ext cx="1159743" cy="2521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91338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Arial" panose="020B0604020202020204" pitchFamily="34" charset="0"/>
                </a:rPr>
                <a:t>Operation Team</a:t>
              </a:r>
              <a:endParaRPr kumimoji="0" lang="zh-CN" altLang="en-US" sz="1100" b="0" i="0" u="none" strike="noStrike" kern="0" cap="none" spc="0" normalizeH="0" baseline="0" noProof="0" dirty="0">
                <a:ln>
                  <a:noFill/>
                </a:ln>
                <a:solidFill>
                  <a:srgbClr val="1D1D1A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159" name="组合 71">
              <a:extLst>
                <a:ext uri="{FF2B5EF4-FFF2-40B4-BE49-F238E27FC236}">
                  <a16:creationId xmlns:a16="http://schemas.microsoft.com/office/drawing/2014/main" xmlns="" id="{514A79A7-159C-44E9-A3BE-2063E6EBDE78}"/>
                </a:ext>
              </a:extLst>
            </p:cNvPr>
            <p:cNvGrpSpPr/>
            <p:nvPr/>
          </p:nvGrpSpPr>
          <p:grpSpPr>
            <a:xfrm>
              <a:off x="695585" y="4551532"/>
              <a:ext cx="1175455" cy="1036376"/>
              <a:chOff x="2755551" y="2886861"/>
              <a:chExt cx="1596876" cy="844129"/>
            </a:xfrm>
          </p:grpSpPr>
          <p:sp>
            <p:nvSpPr>
              <p:cNvPr id="200" name="矩形 72">
                <a:extLst>
                  <a:ext uri="{FF2B5EF4-FFF2-40B4-BE49-F238E27FC236}">
                    <a16:creationId xmlns:a16="http://schemas.microsoft.com/office/drawing/2014/main" xmlns="" id="{24410962-48C7-4F83-8A80-6B502562F415}"/>
                  </a:ext>
                </a:extLst>
              </p:cNvPr>
              <p:cNvSpPr/>
              <p:nvPr/>
            </p:nvSpPr>
            <p:spPr>
              <a:xfrm>
                <a:off x="2755551" y="2886861"/>
                <a:ext cx="1596876" cy="835709"/>
              </a:xfrm>
              <a:prstGeom prst="rect">
                <a:avLst/>
              </a:prstGeom>
              <a:solidFill>
                <a:srgbClr val="EFF9E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296" tIns="45648" rIns="91296" bIns="456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30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20204"/>
                    <a:ea typeface="等线" panose="02010600030101010101" pitchFamily="2" charset="-122"/>
                    <a:cs typeface="Arial" panose="020B0604020202020204" pitchFamily="34" charset="0"/>
                  </a:rPr>
                  <a:t>Traffic Prediction</a:t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  <p:pic>
            <p:nvPicPr>
              <p:cNvPr id="201" name="Picture 2" descr="C:\Users\z00381373\AppData\Roaming\eSpace_Desktop\UserData\z00381373\imagefiles\489F637E-FC14-4BC6-A88E-8EF3DF73D253.png">
                <a:extLst>
                  <a:ext uri="{FF2B5EF4-FFF2-40B4-BE49-F238E27FC236}">
                    <a16:creationId xmlns:a16="http://schemas.microsoft.com/office/drawing/2014/main" xmlns="" id="{EDA5B7F8-1F63-401F-BF24-5ED27129449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78856" y="3163132"/>
                <a:ext cx="1467998" cy="567858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60" name="组合 80">
              <a:extLst>
                <a:ext uri="{FF2B5EF4-FFF2-40B4-BE49-F238E27FC236}">
                  <a16:creationId xmlns:a16="http://schemas.microsoft.com/office/drawing/2014/main" xmlns="" id="{F1154B14-406A-4118-98AD-EA39CE5E425C}"/>
                </a:ext>
              </a:extLst>
            </p:cNvPr>
            <p:cNvGrpSpPr/>
            <p:nvPr/>
          </p:nvGrpSpPr>
          <p:grpSpPr>
            <a:xfrm>
              <a:off x="1902696" y="4561832"/>
              <a:ext cx="1475819" cy="1034976"/>
              <a:chOff x="2465096" y="3830040"/>
              <a:chExt cx="2286081" cy="746874"/>
            </a:xfrm>
          </p:grpSpPr>
          <p:sp>
            <p:nvSpPr>
              <p:cNvPr id="198" name="矩形 88">
                <a:extLst>
                  <a:ext uri="{FF2B5EF4-FFF2-40B4-BE49-F238E27FC236}">
                    <a16:creationId xmlns:a16="http://schemas.microsoft.com/office/drawing/2014/main" xmlns="" id="{8E0E005D-4812-4990-91BD-93892C256502}"/>
                  </a:ext>
                </a:extLst>
              </p:cNvPr>
              <p:cNvSpPr/>
              <p:nvPr/>
            </p:nvSpPr>
            <p:spPr>
              <a:xfrm>
                <a:off x="2465096" y="3830040"/>
                <a:ext cx="2286081" cy="746874"/>
              </a:xfrm>
              <a:prstGeom prst="rect">
                <a:avLst/>
              </a:prstGeom>
              <a:solidFill>
                <a:srgbClr val="EFF9E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296" tIns="45648" rIns="91296" bIns="456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30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20204"/>
                    <a:ea typeface="等线" panose="02010600030101010101" pitchFamily="2" charset="-122"/>
                    <a:cs typeface="Arial" panose="020B0604020202020204" pitchFamily="34" charset="0"/>
                  </a:rPr>
                  <a:t>Traffic Burst Detection</a:t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  <p:pic>
            <p:nvPicPr>
              <p:cNvPr id="199" name="图片 95">
                <a:extLst>
                  <a:ext uri="{FF2B5EF4-FFF2-40B4-BE49-F238E27FC236}">
                    <a16:creationId xmlns:a16="http://schemas.microsoft.com/office/drawing/2014/main" xmlns="" id="{B02CE729-DDC8-4E9A-8902-9F709DEC44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0619" y="4121735"/>
                <a:ext cx="2052568" cy="420983"/>
              </a:xfrm>
              <a:prstGeom prst="rect">
                <a:avLst/>
              </a:prstGeom>
            </p:spPr>
          </p:pic>
        </p:grpSp>
        <p:grpSp>
          <p:nvGrpSpPr>
            <p:cNvPr id="161" name="Group 167">
              <a:extLst>
                <a:ext uri="{FF2B5EF4-FFF2-40B4-BE49-F238E27FC236}">
                  <a16:creationId xmlns:a16="http://schemas.microsoft.com/office/drawing/2014/main" xmlns="" id="{F16DCFDE-98EB-46F6-BC8B-AAF6D1BC0308}"/>
                </a:ext>
              </a:extLst>
            </p:cNvPr>
            <p:cNvGrpSpPr/>
            <p:nvPr/>
          </p:nvGrpSpPr>
          <p:grpSpPr>
            <a:xfrm>
              <a:off x="3413835" y="4564002"/>
              <a:ext cx="1692983" cy="1018230"/>
              <a:chOff x="4307057" y="4346618"/>
              <a:chExt cx="1796211" cy="1091951"/>
            </a:xfrm>
          </p:grpSpPr>
          <p:sp>
            <p:nvSpPr>
              <p:cNvPr id="194" name="矩形 109">
                <a:extLst>
                  <a:ext uri="{FF2B5EF4-FFF2-40B4-BE49-F238E27FC236}">
                    <a16:creationId xmlns:a16="http://schemas.microsoft.com/office/drawing/2014/main" xmlns="" id="{01296C51-B1D0-459D-9453-22C7B0408589}"/>
                  </a:ext>
                </a:extLst>
              </p:cNvPr>
              <p:cNvSpPr/>
              <p:nvPr/>
            </p:nvSpPr>
            <p:spPr>
              <a:xfrm>
                <a:off x="4307057" y="4346618"/>
                <a:ext cx="1796211" cy="1091951"/>
              </a:xfrm>
              <a:prstGeom prst="rect">
                <a:avLst/>
              </a:prstGeom>
              <a:solidFill>
                <a:srgbClr val="EFF9E8"/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296" tIns="45648" rIns="91296" bIns="45648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330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20204"/>
                    <a:ea typeface="等线" panose="02010600030101010101" pitchFamily="2" charset="-122"/>
                    <a:cs typeface="Arial" panose="020B0604020202020204" pitchFamily="34" charset="0"/>
                  </a:rPr>
                  <a:t>Traffic Burst Optimization</a:t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95" name="矩形: 圆角 117">
                <a:extLst>
                  <a:ext uri="{FF2B5EF4-FFF2-40B4-BE49-F238E27FC236}">
                    <a16:creationId xmlns:a16="http://schemas.microsoft.com/office/drawing/2014/main" xmlns="" id="{2807730A-CEB4-487C-B1F5-8455880712DA}"/>
                  </a:ext>
                </a:extLst>
              </p:cNvPr>
              <p:cNvSpPr/>
              <p:nvPr/>
            </p:nvSpPr>
            <p:spPr>
              <a:xfrm>
                <a:off x="4365018" y="4844931"/>
                <a:ext cx="798494" cy="457377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66666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30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/>
                    <a:ea typeface="等线" panose="02010600030101010101" pitchFamily="2" charset="-122"/>
                    <a:cs typeface="Arial" panose="020B0604020202020204" pitchFamily="34" charset="0"/>
                  </a:rPr>
                  <a:t>Intra-frequency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96" name="矩形: 圆角 120">
                <a:extLst>
                  <a:ext uri="{FF2B5EF4-FFF2-40B4-BE49-F238E27FC236}">
                    <a16:creationId xmlns:a16="http://schemas.microsoft.com/office/drawing/2014/main" xmlns="" id="{F98F5781-92E0-449D-B3BB-02A85A89ED13}"/>
                  </a:ext>
                </a:extLst>
              </p:cNvPr>
              <p:cNvSpPr/>
              <p:nvPr/>
            </p:nvSpPr>
            <p:spPr>
              <a:xfrm>
                <a:off x="5236627" y="4850703"/>
                <a:ext cx="798494" cy="457377"/>
              </a:xfrm>
              <a:prstGeom prst="roundRect">
                <a:avLst/>
              </a:prstGeom>
              <a:noFill/>
              <a:ln w="12700" cap="flat" cmpd="sng" algn="ctr">
                <a:solidFill>
                  <a:srgbClr val="666666"/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330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9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666666"/>
                    </a:solidFill>
                    <a:effectLst/>
                    <a:uLnTx/>
                    <a:uFillTx/>
                    <a:latin typeface="Arial" panose="020B0604020202020204"/>
                    <a:ea typeface="等线" panose="02010600030101010101" pitchFamily="2" charset="-122"/>
                    <a:cs typeface="Arial" panose="020B0604020202020204" pitchFamily="34" charset="0"/>
                  </a:rPr>
                  <a:t>Inter-frequency</a:t>
                </a:r>
                <a:endParaRPr kumimoji="0" lang="zh-CN" altLang="en-US" sz="900" b="0" i="0" u="none" strike="noStrike" kern="0" cap="none" spc="0" normalizeH="0" baseline="0" noProof="0" dirty="0">
                  <a:ln>
                    <a:noFill/>
                  </a:ln>
                  <a:solidFill>
                    <a:srgbClr val="666666"/>
                  </a:solidFill>
                  <a:effectLst/>
                  <a:uLnTx/>
                  <a:uFillTx/>
                  <a:latin typeface="Arial" panose="020B0604020202020204"/>
                  <a:ea typeface="等线" panose="02010600030101010101" pitchFamily="2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97" name="文本框 103">
                <a:extLst>
                  <a:ext uri="{FF2B5EF4-FFF2-40B4-BE49-F238E27FC236}">
                    <a16:creationId xmlns:a16="http://schemas.microsoft.com/office/drawing/2014/main" xmlns="" id="{72A3B640-CDF2-4581-9013-7FF6D06BDAC5}"/>
                  </a:ext>
                </a:extLst>
              </p:cNvPr>
              <p:cNvSpPr txBox="1"/>
              <p:nvPr/>
            </p:nvSpPr>
            <p:spPr>
              <a:xfrm>
                <a:off x="4793289" y="4641031"/>
                <a:ext cx="906180" cy="2067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ctr" defTabSz="913016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7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Arial" panose="020B0604020202020204" pitchFamily="34" charset="0"/>
                  </a:rPr>
                  <a:t>RF,MLB,HO,…</a:t>
                </a:r>
                <a:endParaRPr kumimoji="1" lang="zh-CN" altLang="en-US" sz="7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cxnSp>
          <p:nvCxnSpPr>
            <p:cNvPr id="162" name="直接箭头连接符 141">
              <a:extLst>
                <a:ext uri="{FF2B5EF4-FFF2-40B4-BE49-F238E27FC236}">
                  <a16:creationId xmlns:a16="http://schemas.microsoft.com/office/drawing/2014/main" xmlns="" id="{0EAA9C9B-51DD-4284-8CB1-20A43A724ECC}"/>
                </a:ext>
              </a:extLst>
            </p:cNvPr>
            <p:cNvCxnSpPr>
              <a:cxnSpLocks/>
              <a:stCxn id="146" idx="2"/>
              <a:endCxn id="153" idx="0"/>
            </p:cNvCxnSpPr>
            <p:nvPr/>
          </p:nvCxnSpPr>
          <p:spPr>
            <a:xfrm>
              <a:off x="1238533" y="2256904"/>
              <a:ext cx="3520" cy="328666"/>
            </a:xfrm>
            <a:prstGeom prst="straightConnector1">
              <a:avLst/>
            </a:prstGeom>
            <a:noFill/>
            <a:ln w="6350" cap="flat" cmpd="sng" algn="ctr">
              <a:solidFill>
                <a:srgbClr val="FFFFFF"/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63" name="箭头: 右 42">
              <a:extLst>
                <a:ext uri="{FF2B5EF4-FFF2-40B4-BE49-F238E27FC236}">
                  <a16:creationId xmlns:a16="http://schemas.microsoft.com/office/drawing/2014/main" xmlns="" id="{934C97E7-39F2-4796-BCAD-CC64FD56B0CF}"/>
                </a:ext>
              </a:extLst>
            </p:cNvPr>
            <p:cNvSpPr/>
            <p:nvPr/>
          </p:nvSpPr>
          <p:spPr>
            <a:xfrm>
              <a:off x="1718464" y="2303399"/>
              <a:ext cx="132394" cy="245173"/>
            </a:xfrm>
            <a:prstGeom prst="rightArrow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338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97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64" name="箭头: 右 142">
              <a:extLst>
                <a:ext uri="{FF2B5EF4-FFF2-40B4-BE49-F238E27FC236}">
                  <a16:creationId xmlns:a16="http://schemas.microsoft.com/office/drawing/2014/main" xmlns="" id="{08DDF8AB-7AEF-42F6-8558-C7D49862DF36}"/>
                </a:ext>
              </a:extLst>
            </p:cNvPr>
            <p:cNvSpPr/>
            <p:nvPr/>
          </p:nvSpPr>
          <p:spPr>
            <a:xfrm>
              <a:off x="3173833" y="2303399"/>
              <a:ext cx="132394" cy="245173"/>
            </a:xfrm>
            <a:prstGeom prst="rightArrow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338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97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sp>
          <p:nvSpPr>
            <p:cNvPr id="165" name="箭头: 右 143">
              <a:extLst>
                <a:ext uri="{FF2B5EF4-FFF2-40B4-BE49-F238E27FC236}">
                  <a16:creationId xmlns:a16="http://schemas.microsoft.com/office/drawing/2014/main" xmlns="" id="{11B65D85-D2A3-491A-A5A7-3305BDE4E073}"/>
                </a:ext>
              </a:extLst>
            </p:cNvPr>
            <p:cNvSpPr/>
            <p:nvPr/>
          </p:nvSpPr>
          <p:spPr>
            <a:xfrm>
              <a:off x="4886760" y="2291850"/>
              <a:ext cx="132394" cy="245173"/>
            </a:xfrm>
            <a:prstGeom prst="rightArrow">
              <a:avLst/>
            </a:prstGeom>
            <a:solidFill>
              <a:srgbClr val="00B0F0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338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597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Arial" panose="020B0604020202020204" pitchFamily="34" charset="0"/>
              </a:endParaRPr>
            </a:p>
          </p:txBody>
        </p:sp>
        <p:grpSp>
          <p:nvGrpSpPr>
            <p:cNvPr id="166" name="Group 172">
              <a:extLst>
                <a:ext uri="{FF2B5EF4-FFF2-40B4-BE49-F238E27FC236}">
                  <a16:creationId xmlns:a16="http://schemas.microsoft.com/office/drawing/2014/main" xmlns="" id="{835B6B44-261F-4618-AFE8-041CEDA788CF}"/>
                </a:ext>
              </a:extLst>
            </p:cNvPr>
            <p:cNvGrpSpPr/>
            <p:nvPr/>
          </p:nvGrpSpPr>
          <p:grpSpPr>
            <a:xfrm>
              <a:off x="4905733" y="1232243"/>
              <a:ext cx="1341230" cy="458686"/>
              <a:chOff x="1747628" y="888705"/>
              <a:chExt cx="1423009" cy="491895"/>
            </a:xfrm>
          </p:grpSpPr>
          <p:sp>
            <p:nvSpPr>
              <p:cNvPr id="192" name="任意多边形: 形状 7">
                <a:extLst>
                  <a:ext uri="{FF2B5EF4-FFF2-40B4-BE49-F238E27FC236}">
                    <a16:creationId xmlns:a16="http://schemas.microsoft.com/office/drawing/2014/main" xmlns="" id="{9B016A17-8275-4F87-B7C2-803EA1EC95F7}"/>
                  </a:ext>
                </a:extLst>
              </p:cNvPr>
              <p:cNvSpPr/>
              <p:nvPr/>
            </p:nvSpPr>
            <p:spPr>
              <a:xfrm>
                <a:off x="1748764" y="888705"/>
                <a:ext cx="1145863" cy="359996"/>
              </a:xfrm>
              <a:custGeom>
                <a:avLst/>
                <a:gdLst>
                  <a:gd name="connsiteX0" fmla="*/ 1876697 w 2896035"/>
                  <a:gd name="connsiteY0" fmla="*/ 0 h 1359291"/>
                  <a:gd name="connsiteX1" fmla="*/ 2276426 w 2896035"/>
                  <a:gd name="connsiteY1" fmla="*/ 325788 h 1359291"/>
                  <a:gd name="connsiteX2" fmla="*/ 2278834 w 2896035"/>
                  <a:gd name="connsiteY2" fmla="*/ 349675 h 1359291"/>
                  <a:gd name="connsiteX3" fmla="*/ 2331741 w 2896035"/>
                  <a:gd name="connsiteY3" fmla="*/ 354476 h 1359291"/>
                  <a:gd name="connsiteX4" fmla="*/ 2753781 w 2896035"/>
                  <a:gd name="connsiteY4" fmla="*/ 821688 h 1359291"/>
                  <a:gd name="connsiteX5" fmla="*/ 2733401 w 2896035"/>
                  <a:gd name="connsiteY5" fmla="*/ 952281 h 1359291"/>
                  <a:gd name="connsiteX6" fmla="*/ 2896035 w 2896035"/>
                  <a:gd name="connsiteY6" fmla="*/ 1149731 h 1359291"/>
                  <a:gd name="connsiteX7" fmla="*/ 2672531 w 2896035"/>
                  <a:gd name="connsiteY7" fmla="*/ 1359291 h 1359291"/>
                  <a:gd name="connsiteX8" fmla="*/ 372596 w 2896035"/>
                  <a:gd name="connsiteY8" fmla="*/ 1359291 h 1359291"/>
                  <a:gd name="connsiteX9" fmla="*/ 0 w 2896035"/>
                  <a:gd name="connsiteY9" fmla="*/ 1022135 h 1359291"/>
                  <a:gd name="connsiteX10" fmla="*/ 375948 w 2896035"/>
                  <a:gd name="connsiteY10" fmla="*/ 685039 h 1359291"/>
                  <a:gd name="connsiteX11" fmla="*/ 457332 w 2896035"/>
                  <a:gd name="connsiteY11" fmla="*/ 694153 h 1359291"/>
                  <a:gd name="connsiteX12" fmla="*/ 457332 w 2896035"/>
                  <a:gd name="connsiteY12" fmla="*/ 666811 h 1359291"/>
                  <a:gd name="connsiteX13" fmla="*/ 1158414 w 2896035"/>
                  <a:gd name="connsiteY13" fmla="*/ 38068 h 1359291"/>
                  <a:gd name="connsiteX14" fmla="*/ 1491840 w 2896035"/>
                  <a:gd name="connsiteY14" fmla="*/ 113671 h 1359291"/>
                  <a:gd name="connsiteX15" fmla="*/ 1560111 w 2896035"/>
                  <a:gd name="connsiteY15" fmla="*/ 153532 h 1359291"/>
                  <a:gd name="connsiteX16" fmla="*/ 1588185 w 2896035"/>
                  <a:gd name="connsiteY16" fmla="*/ 119506 h 1359291"/>
                  <a:gd name="connsiteX17" fmla="*/ 1876697 w 2896035"/>
                  <a:gd name="connsiteY17" fmla="*/ 0 h 135929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2896035" h="1359291">
                    <a:moveTo>
                      <a:pt x="1876697" y="0"/>
                    </a:moveTo>
                    <a:cubicBezTo>
                      <a:pt x="2073872" y="0"/>
                      <a:pt x="2238380" y="139861"/>
                      <a:pt x="2276426" y="325788"/>
                    </a:cubicBezTo>
                    <a:lnTo>
                      <a:pt x="2278834" y="349675"/>
                    </a:lnTo>
                    <a:lnTo>
                      <a:pt x="2331741" y="354476"/>
                    </a:lnTo>
                    <a:cubicBezTo>
                      <a:pt x="2572293" y="398786"/>
                      <a:pt x="2753781" y="590474"/>
                      <a:pt x="2753781" y="821688"/>
                    </a:cubicBezTo>
                    <a:cubicBezTo>
                      <a:pt x="2753781" y="867258"/>
                      <a:pt x="2746943" y="909769"/>
                      <a:pt x="2733401" y="952281"/>
                    </a:cubicBezTo>
                    <a:cubicBezTo>
                      <a:pt x="2828327" y="979623"/>
                      <a:pt x="2896035" y="1058591"/>
                      <a:pt x="2896035" y="1149731"/>
                    </a:cubicBezTo>
                    <a:cubicBezTo>
                      <a:pt x="2896035" y="1262096"/>
                      <a:pt x="2797758" y="1353236"/>
                      <a:pt x="2672531" y="1359291"/>
                    </a:cubicBezTo>
                    <a:cubicBezTo>
                      <a:pt x="372596" y="1359291"/>
                      <a:pt x="372596" y="1359291"/>
                      <a:pt x="372596" y="1359291"/>
                    </a:cubicBezTo>
                    <a:cubicBezTo>
                      <a:pt x="165986" y="1356233"/>
                      <a:pt x="0" y="1207412"/>
                      <a:pt x="0" y="1022135"/>
                    </a:cubicBezTo>
                    <a:cubicBezTo>
                      <a:pt x="0" y="836858"/>
                      <a:pt x="169337" y="685039"/>
                      <a:pt x="375948" y="685039"/>
                    </a:cubicBezTo>
                    <a:cubicBezTo>
                      <a:pt x="403031" y="685039"/>
                      <a:pt x="430115" y="688036"/>
                      <a:pt x="457332" y="694153"/>
                    </a:cubicBezTo>
                    <a:cubicBezTo>
                      <a:pt x="457332" y="685039"/>
                      <a:pt x="457332" y="675925"/>
                      <a:pt x="457332" y="666811"/>
                    </a:cubicBezTo>
                    <a:cubicBezTo>
                      <a:pt x="457332" y="320541"/>
                      <a:pt x="768924" y="38068"/>
                      <a:pt x="1158414" y="38068"/>
                    </a:cubicBezTo>
                    <a:cubicBezTo>
                      <a:pt x="1279082" y="38068"/>
                      <a:pt x="1392604" y="65404"/>
                      <a:pt x="1491840" y="113671"/>
                    </a:cubicBezTo>
                    <a:lnTo>
                      <a:pt x="1560111" y="153532"/>
                    </a:lnTo>
                    <a:lnTo>
                      <a:pt x="1588185" y="119506"/>
                    </a:lnTo>
                    <a:cubicBezTo>
                      <a:pt x="1662022" y="45669"/>
                      <a:pt x="1764026" y="0"/>
                      <a:pt x="1876697" y="0"/>
                    </a:cubicBezTo>
                    <a:close/>
                  </a:path>
                </a:pathLst>
              </a:custGeom>
              <a:gradFill flip="none" rotWithShape="1">
                <a:gsLst>
                  <a:gs pos="0">
                    <a:srgbClr val="EBEBEB">
                      <a:alpha val="21000"/>
                    </a:srgbClr>
                  </a:gs>
                  <a:gs pos="100000">
                    <a:srgbClr val="1D1D1A">
                      <a:alpha val="0"/>
                    </a:srgbClr>
                  </a:gs>
                </a:gsLst>
                <a:lin ang="5400000" scaled="1"/>
                <a:tileRect/>
              </a:gradFill>
              <a:ln w="12700" cap="flat" cmpd="sng" algn="ctr">
                <a:gradFill flip="none" rotWithShape="1">
                  <a:gsLst>
                    <a:gs pos="0">
                      <a:srgbClr val="666666">
                        <a:alpha val="0"/>
                      </a:srgbClr>
                    </a:gs>
                    <a:gs pos="100000">
                      <a:srgbClr val="666666"/>
                    </a:gs>
                  </a:gsLst>
                  <a:lin ang="16200000" scaled="1"/>
                  <a:tileRect/>
                </a:gra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912573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00" b="0" i="0" u="none" strike="noStrike" kern="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93" name="矩形 192">
                <a:extLst>
                  <a:ext uri="{FF2B5EF4-FFF2-40B4-BE49-F238E27FC236}">
                    <a16:creationId xmlns:a16="http://schemas.microsoft.com/office/drawing/2014/main" xmlns="" id="{B1FD96D7-2C34-48AC-BEE3-A3BAD69E2FD8}"/>
                  </a:ext>
                </a:extLst>
              </p:cNvPr>
              <p:cNvSpPr/>
              <p:nvPr/>
            </p:nvSpPr>
            <p:spPr>
              <a:xfrm>
                <a:off x="1747628" y="935277"/>
                <a:ext cx="1423009" cy="44532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171243" marR="0" lvl="0" indent="-171243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Arial" panose="020B0604020202020204" pitchFamily="34" charset="0"/>
                  </a:rPr>
                  <a:t>Complaint</a:t>
                </a:r>
              </a:p>
              <a:p>
                <a:pPr marL="171243" marR="0" lvl="0" indent="-171243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0" lang="en-US" altLang="zh-CN" sz="11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20204"/>
                    <a:ea typeface="黑体" panose="02010609060101010101" pitchFamily="49" charset="-122"/>
                    <a:cs typeface="Arial" panose="020B0604020202020204" pitchFamily="34" charset="0"/>
                  </a:rPr>
                  <a:t>User Experience</a:t>
                </a:r>
                <a:endParaRPr kumimoji="0" lang="zh-CN" altLang="en-US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黑体" panose="02010609060101010101" pitchFamily="49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67" name="组合 658">
              <a:extLst>
                <a:ext uri="{FF2B5EF4-FFF2-40B4-BE49-F238E27FC236}">
                  <a16:creationId xmlns:a16="http://schemas.microsoft.com/office/drawing/2014/main" xmlns="" id="{C58F32E5-5579-4B3A-930F-A40E876BD3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44867" y="1291322"/>
              <a:ext cx="256625" cy="312902"/>
              <a:chOff x="4006850" y="5483225"/>
              <a:chExt cx="946150" cy="1058862"/>
            </a:xfrm>
          </p:grpSpPr>
          <p:sp>
            <p:nvSpPr>
              <p:cNvPr id="179" name="Freeform 292">
                <a:extLst>
                  <a:ext uri="{FF2B5EF4-FFF2-40B4-BE49-F238E27FC236}">
                    <a16:creationId xmlns:a16="http://schemas.microsoft.com/office/drawing/2014/main" xmlns="" id="{77E08C04-F090-4ACF-B74D-C394320DD37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587" y="5848350"/>
                <a:ext cx="111125" cy="55562"/>
              </a:xfrm>
              <a:custGeom>
                <a:avLst/>
                <a:gdLst>
                  <a:gd name="T0" fmla="*/ 86967 w 46"/>
                  <a:gd name="T1" fmla="*/ 53146 h 23"/>
                  <a:gd name="T2" fmla="*/ 74889 w 46"/>
                  <a:gd name="T3" fmla="*/ 48315 h 23"/>
                  <a:gd name="T4" fmla="*/ 55563 w 46"/>
                  <a:gd name="T5" fmla="*/ 43483 h 23"/>
                  <a:gd name="T6" fmla="*/ 38652 w 46"/>
                  <a:gd name="T7" fmla="*/ 48315 h 23"/>
                  <a:gd name="T8" fmla="*/ 7247 w 46"/>
                  <a:gd name="T9" fmla="*/ 45899 h 23"/>
                  <a:gd name="T10" fmla="*/ 12079 w 46"/>
                  <a:gd name="T11" fmla="*/ 14494 h 23"/>
                  <a:gd name="T12" fmla="*/ 55563 w 46"/>
                  <a:gd name="T13" fmla="*/ 0 h 23"/>
                  <a:gd name="T14" fmla="*/ 101462 w 46"/>
                  <a:gd name="T15" fmla="*/ 14494 h 23"/>
                  <a:gd name="T16" fmla="*/ 103878 w 46"/>
                  <a:gd name="T17" fmla="*/ 45899 h 23"/>
                  <a:gd name="T18" fmla="*/ 86967 w 46"/>
                  <a:gd name="T19" fmla="*/ 53146 h 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6"/>
                  <a:gd name="T31" fmla="*/ 0 h 23"/>
                  <a:gd name="T32" fmla="*/ 46 w 46"/>
                  <a:gd name="T33" fmla="*/ 23 h 2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6" h="23">
                    <a:moveTo>
                      <a:pt x="36" y="22"/>
                    </a:moveTo>
                    <a:cubicBezTo>
                      <a:pt x="34" y="22"/>
                      <a:pt x="32" y="22"/>
                      <a:pt x="31" y="20"/>
                    </a:cubicBezTo>
                    <a:cubicBezTo>
                      <a:pt x="29" y="19"/>
                      <a:pt x="27" y="18"/>
                      <a:pt x="23" y="18"/>
                    </a:cubicBezTo>
                    <a:cubicBezTo>
                      <a:pt x="20" y="18"/>
                      <a:pt x="17" y="19"/>
                      <a:pt x="16" y="20"/>
                    </a:cubicBezTo>
                    <a:cubicBezTo>
                      <a:pt x="12" y="23"/>
                      <a:pt x="6" y="23"/>
                      <a:pt x="3" y="19"/>
                    </a:cubicBezTo>
                    <a:cubicBezTo>
                      <a:pt x="0" y="15"/>
                      <a:pt x="1" y="9"/>
                      <a:pt x="5" y="6"/>
                    </a:cubicBezTo>
                    <a:cubicBezTo>
                      <a:pt x="10" y="2"/>
                      <a:pt x="16" y="0"/>
                      <a:pt x="23" y="0"/>
                    </a:cubicBezTo>
                    <a:cubicBezTo>
                      <a:pt x="30" y="0"/>
                      <a:pt x="37" y="2"/>
                      <a:pt x="42" y="6"/>
                    </a:cubicBezTo>
                    <a:cubicBezTo>
                      <a:pt x="46" y="9"/>
                      <a:pt x="46" y="15"/>
                      <a:pt x="43" y="19"/>
                    </a:cubicBezTo>
                    <a:cubicBezTo>
                      <a:pt x="41" y="21"/>
                      <a:pt x="39" y="22"/>
                      <a:pt x="36" y="22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0" name="Freeform 293">
                <a:extLst>
                  <a:ext uri="{FF2B5EF4-FFF2-40B4-BE49-F238E27FC236}">
                    <a16:creationId xmlns:a16="http://schemas.microsoft.com/office/drawing/2014/main" xmlns="" id="{DDFE0FFD-F7C8-44A6-8B9D-84A1D3A32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7550" y="5848350"/>
                <a:ext cx="111125" cy="55562"/>
              </a:xfrm>
              <a:custGeom>
                <a:avLst/>
                <a:gdLst>
                  <a:gd name="T0" fmla="*/ 84552 w 46"/>
                  <a:gd name="T1" fmla="*/ 53146 h 23"/>
                  <a:gd name="T2" fmla="*/ 72473 w 46"/>
                  <a:gd name="T3" fmla="*/ 48315 h 23"/>
                  <a:gd name="T4" fmla="*/ 55563 w 46"/>
                  <a:gd name="T5" fmla="*/ 43483 h 23"/>
                  <a:gd name="T6" fmla="*/ 36236 w 46"/>
                  <a:gd name="T7" fmla="*/ 48315 h 23"/>
                  <a:gd name="T8" fmla="*/ 7247 w 46"/>
                  <a:gd name="T9" fmla="*/ 45899 h 23"/>
                  <a:gd name="T10" fmla="*/ 9663 w 46"/>
                  <a:gd name="T11" fmla="*/ 14494 h 23"/>
                  <a:gd name="T12" fmla="*/ 55563 w 46"/>
                  <a:gd name="T13" fmla="*/ 0 h 23"/>
                  <a:gd name="T14" fmla="*/ 99046 w 46"/>
                  <a:gd name="T15" fmla="*/ 14494 h 23"/>
                  <a:gd name="T16" fmla="*/ 103878 w 46"/>
                  <a:gd name="T17" fmla="*/ 45899 h 23"/>
                  <a:gd name="T18" fmla="*/ 84552 w 46"/>
                  <a:gd name="T19" fmla="*/ 53146 h 2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6"/>
                  <a:gd name="T31" fmla="*/ 0 h 23"/>
                  <a:gd name="T32" fmla="*/ 46 w 46"/>
                  <a:gd name="T33" fmla="*/ 23 h 23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6" h="23">
                    <a:moveTo>
                      <a:pt x="35" y="22"/>
                    </a:moveTo>
                    <a:cubicBezTo>
                      <a:pt x="34" y="22"/>
                      <a:pt x="32" y="22"/>
                      <a:pt x="30" y="20"/>
                    </a:cubicBezTo>
                    <a:cubicBezTo>
                      <a:pt x="29" y="19"/>
                      <a:pt x="26" y="18"/>
                      <a:pt x="23" y="18"/>
                    </a:cubicBezTo>
                    <a:cubicBezTo>
                      <a:pt x="19" y="18"/>
                      <a:pt x="17" y="19"/>
                      <a:pt x="15" y="20"/>
                    </a:cubicBezTo>
                    <a:cubicBezTo>
                      <a:pt x="12" y="23"/>
                      <a:pt x="6" y="23"/>
                      <a:pt x="3" y="19"/>
                    </a:cubicBezTo>
                    <a:cubicBezTo>
                      <a:pt x="0" y="15"/>
                      <a:pt x="1" y="9"/>
                      <a:pt x="4" y="6"/>
                    </a:cubicBezTo>
                    <a:cubicBezTo>
                      <a:pt x="9" y="2"/>
                      <a:pt x="16" y="0"/>
                      <a:pt x="23" y="0"/>
                    </a:cubicBezTo>
                    <a:cubicBezTo>
                      <a:pt x="30" y="0"/>
                      <a:pt x="36" y="2"/>
                      <a:pt x="41" y="6"/>
                    </a:cubicBezTo>
                    <a:cubicBezTo>
                      <a:pt x="45" y="9"/>
                      <a:pt x="46" y="15"/>
                      <a:pt x="43" y="19"/>
                    </a:cubicBezTo>
                    <a:cubicBezTo>
                      <a:pt x="41" y="21"/>
                      <a:pt x="38" y="22"/>
                      <a:pt x="35" y="22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1" name="Freeform 294">
                <a:extLst>
                  <a:ext uri="{FF2B5EF4-FFF2-40B4-BE49-F238E27FC236}">
                    <a16:creationId xmlns:a16="http://schemas.microsoft.com/office/drawing/2014/main" xmlns="" id="{36D1432F-EF10-4874-86E8-124F69F4CD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48200" y="6429375"/>
                <a:ext cx="100013" cy="100012"/>
              </a:xfrm>
              <a:custGeom>
                <a:avLst/>
                <a:gdLst>
                  <a:gd name="T0" fmla="*/ 97632 w 42"/>
                  <a:gd name="T1" fmla="*/ 45244 h 42"/>
                  <a:gd name="T2" fmla="*/ 54769 w 42"/>
                  <a:gd name="T3" fmla="*/ 97631 h 42"/>
                  <a:gd name="T4" fmla="*/ 2381 w 42"/>
                  <a:gd name="T5" fmla="*/ 52387 h 42"/>
                  <a:gd name="T6" fmla="*/ 47625 w 42"/>
                  <a:gd name="T7" fmla="*/ 2381 h 42"/>
                  <a:gd name="T8" fmla="*/ 97632 w 42"/>
                  <a:gd name="T9" fmla="*/ 45244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42"/>
                  <a:gd name="T17" fmla="*/ 42 w 42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42">
                    <a:moveTo>
                      <a:pt x="41" y="19"/>
                    </a:moveTo>
                    <a:cubicBezTo>
                      <a:pt x="42" y="30"/>
                      <a:pt x="34" y="40"/>
                      <a:pt x="23" y="41"/>
                    </a:cubicBezTo>
                    <a:cubicBezTo>
                      <a:pt x="12" y="42"/>
                      <a:pt x="2" y="34"/>
                      <a:pt x="1" y="22"/>
                    </a:cubicBezTo>
                    <a:cubicBezTo>
                      <a:pt x="0" y="11"/>
                      <a:pt x="8" y="1"/>
                      <a:pt x="20" y="1"/>
                    </a:cubicBezTo>
                    <a:cubicBezTo>
                      <a:pt x="31" y="0"/>
                      <a:pt x="40" y="8"/>
                      <a:pt x="41" y="19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2" name="Freeform 295">
                <a:extLst>
                  <a:ext uri="{FF2B5EF4-FFF2-40B4-BE49-F238E27FC236}">
                    <a16:creationId xmlns:a16="http://schemas.microsoft.com/office/drawing/2014/main" xmlns="" id="{27E97CA2-0EB4-462C-9570-92F2820A80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2150" y="6442075"/>
                <a:ext cx="100013" cy="100012"/>
              </a:xfrm>
              <a:custGeom>
                <a:avLst/>
                <a:gdLst>
                  <a:gd name="T0" fmla="*/ 97632 w 42"/>
                  <a:gd name="T1" fmla="*/ 45244 h 42"/>
                  <a:gd name="T2" fmla="*/ 54769 w 42"/>
                  <a:gd name="T3" fmla="*/ 97631 h 42"/>
                  <a:gd name="T4" fmla="*/ 2381 w 42"/>
                  <a:gd name="T5" fmla="*/ 54768 h 42"/>
                  <a:gd name="T6" fmla="*/ 45244 w 42"/>
                  <a:gd name="T7" fmla="*/ 2381 h 42"/>
                  <a:gd name="T8" fmla="*/ 97632 w 42"/>
                  <a:gd name="T9" fmla="*/ 45244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42"/>
                  <a:gd name="T17" fmla="*/ 42 w 42"/>
                  <a:gd name="T18" fmla="*/ 42 h 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42">
                    <a:moveTo>
                      <a:pt x="41" y="19"/>
                    </a:moveTo>
                    <a:cubicBezTo>
                      <a:pt x="42" y="30"/>
                      <a:pt x="34" y="40"/>
                      <a:pt x="23" y="41"/>
                    </a:cubicBezTo>
                    <a:cubicBezTo>
                      <a:pt x="12" y="42"/>
                      <a:pt x="2" y="34"/>
                      <a:pt x="1" y="23"/>
                    </a:cubicBezTo>
                    <a:cubicBezTo>
                      <a:pt x="0" y="12"/>
                      <a:pt x="8" y="2"/>
                      <a:pt x="19" y="1"/>
                    </a:cubicBezTo>
                    <a:cubicBezTo>
                      <a:pt x="31" y="0"/>
                      <a:pt x="40" y="8"/>
                      <a:pt x="41" y="19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3" name="Freeform 296">
                <a:extLst>
                  <a:ext uri="{FF2B5EF4-FFF2-40B4-BE49-F238E27FC236}">
                    <a16:creationId xmlns:a16="http://schemas.microsoft.com/office/drawing/2014/main" xmlns="" id="{BFE950E3-6F88-4BA4-A711-6E65524BDDF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06850" y="5689600"/>
                <a:ext cx="946150" cy="825500"/>
              </a:xfrm>
              <a:custGeom>
                <a:avLst/>
                <a:gdLst>
                  <a:gd name="T0" fmla="*/ 23893 w 396"/>
                  <a:gd name="T1" fmla="*/ 765854 h 346"/>
                  <a:gd name="T2" fmla="*/ 0 w 396"/>
                  <a:gd name="T3" fmla="*/ 734838 h 346"/>
                  <a:gd name="T4" fmla="*/ 0 w 396"/>
                  <a:gd name="T5" fmla="*/ 720523 h 346"/>
                  <a:gd name="T6" fmla="*/ 215034 w 396"/>
                  <a:gd name="T7" fmla="*/ 436608 h 346"/>
                  <a:gd name="T8" fmla="*/ 289101 w 396"/>
                  <a:gd name="T9" fmla="*/ 415136 h 346"/>
                  <a:gd name="T10" fmla="*/ 301048 w 396"/>
                  <a:gd name="T11" fmla="*/ 381734 h 346"/>
                  <a:gd name="T12" fmla="*/ 219813 w 396"/>
                  <a:gd name="T13" fmla="*/ 274371 h 346"/>
                  <a:gd name="T14" fmla="*/ 169638 w 396"/>
                  <a:gd name="T15" fmla="*/ 147922 h 346"/>
                  <a:gd name="T16" fmla="*/ 188752 w 396"/>
                  <a:gd name="T17" fmla="*/ 71575 h 346"/>
                  <a:gd name="T18" fmla="*/ 207866 w 396"/>
                  <a:gd name="T19" fmla="*/ 62032 h 346"/>
                  <a:gd name="T20" fmla="*/ 207866 w 396"/>
                  <a:gd name="T21" fmla="*/ 21473 h 346"/>
                  <a:gd name="T22" fmla="*/ 250873 w 396"/>
                  <a:gd name="T23" fmla="*/ 21473 h 346"/>
                  <a:gd name="T24" fmla="*/ 248484 w 396"/>
                  <a:gd name="T25" fmla="*/ 81118 h 346"/>
                  <a:gd name="T26" fmla="*/ 212645 w 396"/>
                  <a:gd name="T27" fmla="*/ 107363 h 346"/>
                  <a:gd name="T28" fmla="*/ 210256 w 396"/>
                  <a:gd name="T29" fmla="*/ 135993 h 346"/>
                  <a:gd name="T30" fmla="*/ 234148 w 396"/>
                  <a:gd name="T31" fmla="*/ 233812 h 346"/>
                  <a:gd name="T32" fmla="*/ 241316 w 396"/>
                  <a:gd name="T33" fmla="*/ 233812 h 346"/>
                  <a:gd name="T34" fmla="*/ 274766 w 396"/>
                  <a:gd name="T35" fmla="*/ 243355 h 346"/>
                  <a:gd name="T36" fmla="*/ 470686 w 396"/>
                  <a:gd name="T37" fmla="*/ 412750 h 346"/>
                  <a:gd name="T38" fmla="*/ 602095 w 396"/>
                  <a:gd name="T39" fmla="*/ 360262 h 346"/>
                  <a:gd name="T40" fmla="*/ 683331 w 396"/>
                  <a:gd name="T41" fmla="*/ 229040 h 346"/>
                  <a:gd name="T42" fmla="*/ 707223 w 396"/>
                  <a:gd name="T43" fmla="*/ 236198 h 346"/>
                  <a:gd name="T44" fmla="*/ 716780 w 396"/>
                  <a:gd name="T45" fmla="*/ 217111 h 346"/>
                  <a:gd name="T46" fmla="*/ 735894 w 396"/>
                  <a:gd name="T47" fmla="*/ 126449 h 346"/>
                  <a:gd name="T48" fmla="*/ 714391 w 396"/>
                  <a:gd name="T49" fmla="*/ 100205 h 346"/>
                  <a:gd name="T50" fmla="*/ 695277 w 396"/>
                  <a:gd name="T51" fmla="*/ 81118 h 346"/>
                  <a:gd name="T52" fmla="*/ 714391 w 396"/>
                  <a:gd name="T53" fmla="*/ 0 h 346"/>
                  <a:gd name="T54" fmla="*/ 738284 w 396"/>
                  <a:gd name="T55" fmla="*/ 62032 h 346"/>
                  <a:gd name="T56" fmla="*/ 776512 w 396"/>
                  <a:gd name="T57" fmla="*/ 138379 h 346"/>
                  <a:gd name="T58" fmla="*/ 759787 w 396"/>
                  <a:gd name="T59" fmla="*/ 217111 h 346"/>
                  <a:gd name="T60" fmla="*/ 702445 w 396"/>
                  <a:gd name="T61" fmla="*/ 276757 h 346"/>
                  <a:gd name="T62" fmla="*/ 647492 w 396"/>
                  <a:gd name="T63" fmla="*/ 398435 h 346"/>
                  <a:gd name="T64" fmla="*/ 661827 w 396"/>
                  <a:gd name="T65" fmla="*/ 419908 h 346"/>
                  <a:gd name="T66" fmla="*/ 874472 w 396"/>
                  <a:gd name="T67" fmla="*/ 496254 h 346"/>
                  <a:gd name="T68" fmla="*/ 943761 w 396"/>
                  <a:gd name="T69" fmla="*/ 722909 h 346"/>
                  <a:gd name="T70" fmla="*/ 922257 w 396"/>
                  <a:gd name="T71" fmla="*/ 763468 h 346"/>
                  <a:gd name="T72" fmla="*/ 692888 w 396"/>
                  <a:gd name="T73" fmla="*/ 811185 h 346"/>
                  <a:gd name="T74" fmla="*/ 690498 w 396"/>
                  <a:gd name="T75" fmla="*/ 768240 h 346"/>
                  <a:gd name="T76" fmla="*/ 900754 w 396"/>
                  <a:gd name="T77" fmla="*/ 725295 h 346"/>
                  <a:gd name="T78" fmla="*/ 900754 w 396"/>
                  <a:gd name="T79" fmla="*/ 722909 h 346"/>
                  <a:gd name="T80" fmla="*/ 721559 w 396"/>
                  <a:gd name="T81" fmla="*/ 479553 h 346"/>
                  <a:gd name="T82" fmla="*/ 623599 w 396"/>
                  <a:gd name="T83" fmla="*/ 443766 h 346"/>
                  <a:gd name="T84" fmla="*/ 606874 w 396"/>
                  <a:gd name="T85" fmla="*/ 412750 h 346"/>
                  <a:gd name="T86" fmla="*/ 470686 w 396"/>
                  <a:gd name="T87" fmla="*/ 455695 h 346"/>
                  <a:gd name="T88" fmla="*/ 336887 w 396"/>
                  <a:gd name="T89" fmla="*/ 412750 h 346"/>
                  <a:gd name="T90" fmla="*/ 322551 w 396"/>
                  <a:gd name="T91" fmla="*/ 443766 h 346"/>
                  <a:gd name="T92" fmla="*/ 224591 w 396"/>
                  <a:gd name="T93" fmla="*/ 479553 h 346"/>
                  <a:gd name="T94" fmla="*/ 43007 w 396"/>
                  <a:gd name="T95" fmla="*/ 725295 h 346"/>
                  <a:gd name="T96" fmla="*/ 43007 w 396"/>
                  <a:gd name="T97" fmla="*/ 725295 h 346"/>
                  <a:gd name="T98" fmla="*/ 544753 w 396"/>
                  <a:gd name="T99" fmla="*/ 780169 h 346"/>
                  <a:gd name="T100" fmla="*/ 544753 w 396"/>
                  <a:gd name="T101" fmla="*/ 823114 h 346"/>
                  <a:gd name="T102" fmla="*/ 922257 w 396"/>
                  <a:gd name="T103" fmla="*/ 730066 h 346"/>
                  <a:gd name="T104" fmla="*/ 903143 w 396"/>
                  <a:gd name="T105" fmla="*/ 722909 h 346"/>
                  <a:gd name="T106" fmla="*/ 903143 w 396"/>
                  <a:gd name="T107" fmla="*/ 722909 h 346"/>
                  <a:gd name="T108" fmla="*/ 716780 w 396"/>
                  <a:gd name="T109" fmla="*/ 78733 h 34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w 396"/>
                  <a:gd name="T166" fmla="*/ 0 h 346"/>
                  <a:gd name="T167" fmla="*/ 396 w 396"/>
                  <a:gd name="T168" fmla="*/ 346 h 346"/>
                </a:gdLst>
                <a:ahLst/>
                <a:cxnLst>
                  <a:cxn ang="T110">
                    <a:pos x="T0" y="T1"/>
                  </a:cxn>
                  <a:cxn ang="T111">
                    <a:pos x="T2" y="T3"/>
                  </a:cxn>
                  <a:cxn ang="T112">
                    <a:pos x="T4" y="T5"/>
                  </a:cxn>
                  <a:cxn ang="T113">
                    <a:pos x="T6" y="T7"/>
                  </a:cxn>
                  <a:cxn ang="T114">
                    <a:pos x="T8" y="T9"/>
                  </a:cxn>
                  <a:cxn ang="T115">
                    <a:pos x="T10" y="T11"/>
                  </a:cxn>
                  <a:cxn ang="T116">
                    <a:pos x="T12" y="T13"/>
                  </a:cxn>
                  <a:cxn ang="T117">
                    <a:pos x="T14" y="T15"/>
                  </a:cxn>
                  <a:cxn ang="T118">
                    <a:pos x="T16" y="T17"/>
                  </a:cxn>
                  <a:cxn ang="T119">
                    <a:pos x="T18" y="T19"/>
                  </a:cxn>
                  <a:cxn ang="T120">
                    <a:pos x="T20" y="T21"/>
                  </a:cxn>
                  <a:cxn ang="T121">
                    <a:pos x="T22" y="T23"/>
                  </a:cxn>
                  <a:cxn ang="T122">
                    <a:pos x="T24" y="T25"/>
                  </a:cxn>
                  <a:cxn ang="T123">
                    <a:pos x="T26" y="T27"/>
                  </a:cxn>
                  <a:cxn ang="T124">
                    <a:pos x="T28" y="T29"/>
                  </a:cxn>
                  <a:cxn ang="T125">
                    <a:pos x="T30" y="T31"/>
                  </a:cxn>
                  <a:cxn ang="T126">
                    <a:pos x="T32" y="T33"/>
                  </a:cxn>
                  <a:cxn ang="T127">
                    <a:pos x="T34" y="T35"/>
                  </a:cxn>
                  <a:cxn ang="T128">
                    <a:pos x="T36" y="T37"/>
                  </a:cxn>
                  <a:cxn ang="T129">
                    <a:pos x="T38" y="T39"/>
                  </a:cxn>
                  <a:cxn ang="T130">
                    <a:pos x="T40" y="T41"/>
                  </a:cxn>
                  <a:cxn ang="T131">
                    <a:pos x="T42" y="T43"/>
                  </a:cxn>
                  <a:cxn ang="T132">
                    <a:pos x="T44" y="T45"/>
                  </a:cxn>
                  <a:cxn ang="T133">
                    <a:pos x="T46" y="T47"/>
                  </a:cxn>
                  <a:cxn ang="T134">
                    <a:pos x="T48" y="T49"/>
                  </a:cxn>
                  <a:cxn ang="T135">
                    <a:pos x="T50" y="T51"/>
                  </a:cxn>
                  <a:cxn ang="T136">
                    <a:pos x="T52" y="T53"/>
                  </a:cxn>
                  <a:cxn ang="T137">
                    <a:pos x="T54" y="T55"/>
                  </a:cxn>
                  <a:cxn ang="T138">
                    <a:pos x="T56" y="T57"/>
                  </a:cxn>
                  <a:cxn ang="T139">
                    <a:pos x="T58" y="T59"/>
                  </a:cxn>
                  <a:cxn ang="T140">
                    <a:pos x="T60" y="T61"/>
                  </a:cxn>
                  <a:cxn ang="T141">
                    <a:pos x="T62" y="T63"/>
                  </a:cxn>
                  <a:cxn ang="T142">
                    <a:pos x="T64" y="T65"/>
                  </a:cxn>
                  <a:cxn ang="T143">
                    <a:pos x="T66" y="T67"/>
                  </a:cxn>
                  <a:cxn ang="T144">
                    <a:pos x="T68" y="T69"/>
                  </a:cxn>
                  <a:cxn ang="T145">
                    <a:pos x="T70" y="T71"/>
                  </a:cxn>
                  <a:cxn ang="T146">
                    <a:pos x="T72" y="T73"/>
                  </a:cxn>
                  <a:cxn ang="T147">
                    <a:pos x="T74" y="T75"/>
                  </a:cxn>
                  <a:cxn ang="T148">
                    <a:pos x="T76" y="T77"/>
                  </a:cxn>
                  <a:cxn ang="T149">
                    <a:pos x="T78" y="T79"/>
                  </a:cxn>
                  <a:cxn ang="T150">
                    <a:pos x="T80" y="T81"/>
                  </a:cxn>
                  <a:cxn ang="T151">
                    <a:pos x="T82" y="T83"/>
                  </a:cxn>
                  <a:cxn ang="T152">
                    <a:pos x="T84" y="T85"/>
                  </a:cxn>
                  <a:cxn ang="T153">
                    <a:pos x="T86" y="T87"/>
                  </a:cxn>
                  <a:cxn ang="T154">
                    <a:pos x="T88" y="T89"/>
                  </a:cxn>
                  <a:cxn ang="T155">
                    <a:pos x="T90" y="T91"/>
                  </a:cxn>
                  <a:cxn ang="T156">
                    <a:pos x="T92" y="T93"/>
                  </a:cxn>
                  <a:cxn ang="T157">
                    <a:pos x="T94" y="T95"/>
                  </a:cxn>
                  <a:cxn ang="T158">
                    <a:pos x="T96" y="T97"/>
                  </a:cxn>
                  <a:cxn ang="T159">
                    <a:pos x="T98" y="T99"/>
                  </a:cxn>
                  <a:cxn ang="T160">
                    <a:pos x="T100" y="T101"/>
                  </a:cxn>
                  <a:cxn ang="T161">
                    <a:pos x="T102" y="T103"/>
                  </a:cxn>
                  <a:cxn ang="T162">
                    <a:pos x="T104" y="T105"/>
                  </a:cxn>
                  <a:cxn ang="T163">
                    <a:pos x="T106" y="T107"/>
                  </a:cxn>
                  <a:cxn ang="T164">
                    <a:pos x="T108" y="T109"/>
                  </a:cxn>
                </a:cxnLst>
                <a:rect l="T165" t="T166" r="T167" b="T168"/>
                <a:pathLst>
                  <a:path w="396" h="346">
                    <a:moveTo>
                      <a:pt x="197" y="346"/>
                    </a:moveTo>
                    <a:cubicBezTo>
                      <a:pt x="131" y="346"/>
                      <a:pt x="66" y="337"/>
                      <a:pt x="10" y="321"/>
                    </a:cubicBezTo>
                    <a:cubicBezTo>
                      <a:pt x="6" y="320"/>
                      <a:pt x="4" y="317"/>
                      <a:pt x="2" y="314"/>
                    </a:cubicBezTo>
                    <a:cubicBezTo>
                      <a:pt x="1" y="312"/>
                      <a:pt x="0" y="310"/>
                      <a:pt x="0" y="308"/>
                    </a:cubicBezTo>
                    <a:cubicBezTo>
                      <a:pt x="0" y="306"/>
                      <a:pt x="0" y="305"/>
                      <a:pt x="0" y="303"/>
                    </a:cubicBezTo>
                    <a:cubicBezTo>
                      <a:pt x="0" y="302"/>
                      <a:pt x="0" y="302"/>
                      <a:pt x="0" y="302"/>
                    </a:cubicBezTo>
                    <a:cubicBezTo>
                      <a:pt x="4" y="263"/>
                      <a:pt x="8" y="227"/>
                      <a:pt x="29" y="208"/>
                    </a:cubicBezTo>
                    <a:cubicBezTo>
                      <a:pt x="47" y="192"/>
                      <a:pt x="70" y="187"/>
                      <a:pt x="90" y="183"/>
                    </a:cubicBezTo>
                    <a:cubicBezTo>
                      <a:pt x="101" y="181"/>
                      <a:pt x="111" y="179"/>
                      <a:pt x="118" y="176"/>
                    </a:cubicBezTo>
                    <a:cubicBezTo>
                      <a:pt x="119" y="175"/>
                      <a:pt x="120" y="174"/>
                      <a:pt x="121" y="174"/>
                    </a:cubicBezTo>
                    <a:cubicBezTo>
                      <a:pt x="122" y="172"/>
                      <a:pt x="123" y="169"/>
                      <a:pt x="124" y="167"/>
                    </a:cubicBezTo>
                    <a:cubicBezTo>
                      <a:pt x="125" y="164"/>
                      <a:pt x="126" y="162"/>
                      <a:pt x="126" y="160"/>
                    </a:cubicBezTo>
                    <a:cubicBezTo>
                      <a:pt x="116" y="148"/>
                      <a:pt x="107" y="133"/>
                      <a:pt x="100" y="117"/>
                    </a:cubicBezTo>
                    <a:cubicBezTo>
                      <a:pt x="98" y="117"/>
                      <a:pt x="95" y="116"/>
                      <a:pt x="92" y="115"/>
                    </a:cubicBezTo>
                    <a:cubicBezTo>
                      <a:pt x="83" y="112"/>
                      <a:pt x="77" y="102"/>
                      <a:pt x="77" y="91"/>
                    </a:cubicBezTo>
                    <a:cubicBezTo>
                      <a:pt x="77" y="83"/>
                      <a:pt x="76" y="77"/>
                      <a:pt x="71" y="62"/>
                    </a:cubicBezTo>
                    <a:cubicBezTo>
                      <a:pt x="70" y="58"/>
                      <a:pt x="70" y="58"/>
                      <a:pt x="70" y="58"/>
                    </a:cubicBezTo>
                    <a:cubicBezTo>
                      <a:pt x="67" y="46"/>
                      <a:pt x="70" y="36"/>
                      <a:pt x="79" y="30"/>
                    </a:cubicBezTo>
                    <a:cubicBezTo>
                      <a:pt x="80" y="29"/>
                      <a:pt x="80" y="29"/>
                      <a:pt x="80" y="29"/>
                    </a:cubicBezTo>
                    <a:cubicBezTo>
                      <a:pt x="80" y="29"/>
                      <a:pt x="83" y="27"/>
                      <a:pt x="87" y="26"/>
                    </a:cubicBezTo>
                    <a:cubicBezTo>
                      <a:pt x="87" y="23"/>
                      <a:pt x="87" y="20"/>
                      <a:pt x="87" y="13"/>
                    </a:cubicBezTo>
                    <a:cubicBezTo>
                      <a:pt x="87" y="9"/>
                      <a:pt x="87" y="9"/>
                      <a:pt x="87" y="9"/>
                    </a:cubicBezTo>
                    <a:cubicBezTo>
                      <a:pt x="87" y="4"/>
                      <a:pt x="91" y="0"/>
                      <a:pt x="96" y="0"/>
                    </a:cubicBezTo>
                    <a:cubicBezTo>
                      <a:pt x="101" y="0"/>
                      <a:pt x="105" y="4"/>
                      <a:pt x="105" y="9"/>
                    </a:cubicBezTo>
                    <a:cubicBezTo>
                      <a:pt x="105" y="13"/>
                      <a:pt x="105" y="13"/>
                      <a:pt x="105" y="13"/>
                    </a:cubicBezTo>
                    <a:cubicBezTo>
                      <a:pt x="105" y="23"/>
                      <a:pt x="105" y="26"/>
                      <a:pt x="104" y="34"/>
                    </a:cubicBezTo>
                    <a:cubicBezTo>
                      <a:pt x="104" y="37"/>
                      <a:pt x="101" y="40"/>
                      <a:pt x="98" y="41"/>
                    </a:cubicBezTo>
                    <a:cubicBezTo>
                      <a:pt x="95" y="42"/>
                      <a:pt x="91" y="44"/>
                      <a:pt x="89" y="45"/>
                    </a:cubicBezTo>
                    <a:cubicBezTo>
                      <a:pt x="87" y="46"/>
                      <a:pt x="86" y="48"/>
                      <a:pt x="87" y="53"/>
                    </a:cubicBezTo>
                    <a:cubicBezTo>
                      <a:pt x="88" y="57"/>
                      <a:pt x="88" y="57"/>
                      <a:pt x="88" y="57"/>
                    </a:cubicBezTo>
                    <a:cubicBezTo>
                      <a:pt x="93" y="73"/>
                      <a:pt x="95" y="80"/>
                      <a:pt x="95" y="91"/>
                    </a:cubicBezTo>
                    <a:cubicBezTo>
                      <a:pt x="95" y="95"/>
                      <a:pt x="97" y="98"/>
                      <a:pt x="98" y="98"/>
                    </a:cubicBezTo>
                    <a:cubicBezTo>
                      <a:pt x="98" y="99"/>
                      <a:pt x="99" y="99"/>
                      <a:pt x="99" y="99"/>
                    </a:cubicBezTo>
                    <a:cubicBezTo>
                      <a:pt x="99" y="99"/>
                      <a:pt x="100" y="99"/>
                      <a:pt x="101" y="98"/>
                    </a:cubicBezTo>
                    <a:cubicBezTo>
                      <a:pt x="103" y="96"/>
                      <a:pt x="106" y="96"/>
                      <a:pt x="109" y="97"/>
                    </a:cubicBezTo>
                    <a:cubicBezTo>
                      <a:pt x="112" y="98"/>
                      <a:pt x="114" y="100"/>
                      <a:pt x="115" y="102"/>
                    </a:cubicBezTo>
                    <a:cubicBezTo>
                      <a:pt x="121" y="122"/>
                      <a:pt x="131" y="139"/>
                      <a:pt x="143" y="151"/>
                    </a:cubicBezTo>
                    <a:cubicBezTo>
                      <a:pt x="159" y="165"/>
                      <a:pt x="178" y="173"/>
                      <a:pt x="197" y="173"/>
                    </a:cubicBezTo>
                    <a:cubicBezTo>
                      <a:pt x="216" y="173"/>
                      <a:pt x="235" y="165"/>
                      <a:pt x="251" y="151"/>
                    </a:cubicBezTo>
                    <a:cubicBezTo>
                      <a:pt x="251" y="151"/>
                      <a:pt x="252" y="151"/>
                      <a:pt x="252" y="151"/>
                    </a:cubicBezTo>
                    <a:cubicBezTo>
                      <a:pt x="264" y="138"/>
                      <a:pt x="274" y="121"/>
                      <a:pt x="280" y="102"/>
                    </a:cubicBezTo>
                    <a:cubicBezTo>
                      <a:pt x="281" y="99"/>
                      <a:pt x="283" y="97"/>
                      <a:pt x="286" y="96"/>
                    </a:cubicBezTo>
                    <a:cubicBezTo>
                      <a:pt x="288" y="95"/>
                      <a:pt x="291" y="96"/>
                      <a:pt x="294" y="98"/>
                    </a:cubicBezTo>
                    <a:cubicBezTo>
                      <a:pt x="295" y="98"/>
                      <a:pt x="296" y="99"/>
                      <a:pt x="296" y="99"/>
                    </a:cubicBezTo>
                    <a:cubicBezTo>
                      <a:pt x="296" y="99"/>
                      <a:pt x="297" y="99"/>
                      <a:pt x="297" y="98"/>
                    </a:cubicBezTo>
                    <a:cubicBezTo>
                      <a:pt x="298" y="98"/>
                      <a:pt x="300" y="95"/>
                      <a:pt x="300" y="91"/>
                    </a:cubicBezTo>
                    <a:cubicBezTo>
                      <a:pt x="300" y="80"/>
                      <a:pt x="302" y="73"/>
                      <a:pt x="307" y="57"/>
                    </a:cubicBezTo>
                    <a:cubicBezTo>
                      <a:pt x="308" y="53"/>
                      <a:pt x="308" y="53"/>
                      <a:pt x="308" y="53"/>
                    </a:cubicBezTo>
                    <a:cubicBezTo>
                      <a:pt x="309" y="48"/>
                      <a:pt x="308" y="47"/>
                      <a:pt x="308" y="46"/>
                    </a:cubicBezTo>
                    <a:cubicBezTo>
                      <a:pt x="306" y="44"/>
                      <a:pt x="303" y="43"/>
                      <a:pt x="299" y="42"/>
                    </a:cubicBezTo>
                    <a:cubicBezTo>
                      <a:pt x="299" y="42"/>
                      <a:pt x="298" y="42"/>
                      <a:pt x="298" y="42"/>
                    </a:cubicBezTo>
                    <a:cubicBezTo>
                      <a:pt x="294" y="41"/>
                      <a:pt x="292" y="38"/>
                      <a:pt x="291" y="34"/>
                    </a:cubicBezTo>
                    <a:cubicBezTo>
                      <a:pt x="290" y="24"/>
                      <a:pt x="290" y="21"/>
                      <a:pt x="290" y="9"/>
                    </a:cubicBezTo>
                    <a:cubicBezTo>
                      <a:pt x="290" y="4"/>
                      <a:pt x="294" y="0"/>
                      <a:pt x="299" y="0"/>
                    </a:cubicBezTo>
                    <a:cubicBezTo>
                      <a:pt x="304" y="0"/>
                      <a:pt x="308" y="4"/>
                      <a:pt x="308" y="9"/>
                    </a:cubicBezTo>
                    <a:cubicBezTo>
                      <a:pt x="308" y="17"/>
                      <a:pt x="308" y="21"/>
                      <a:pt x="309" y="26"/>
                    </a:cubicBezTo>
                    <a:cubicBezTo>
                      <a:pt x="316" y="29"/>
                      <a:pt x="320" y="33"/>
                      <a:pt x="323" y="37"/>
                    </a:cubicBezTo>
                    <a:cubicBezTo>
                      <a:pt x="325" y="41"/>
                      <a:pt x="328" y="48"/>
                      <a:pt x="325" y="58"/>
                    </a:cubicBezTo>
                    <a:cubicBezTo>
                      <a:pt x="324" y="62"/>
                      <a:pt x="324" y="62"/>
                      <a:pt x="324" y="62"/>
                    </a:cubicBezTo>
                    <a:cubicBezTo>
                      <a:pt x="319" y="77"/>
                      <a:pt x="318" y="83"/>
                      <a:pt x="318" y="91"/>
                    </a:cubicBezTo>
                    <a:cubicBezTo>
                      <a:pt x="318" y="102"/>
                      <a:pt x="312" y="112"/>
                      <a:pt x="303" y="115"/>
                    </a:cubicBezTo>
                    <a:cubicBezTo>
                      <a:pt x="300" y="116"/>
                      <a:pt x="297" y="117"/>
                      <a:pt x="294" y="116"/>
                    </a:cubicBezTo>
                    <a:cubicBezTo>
                      <a:pt x="288" y="133"/>
                      <a:pt x="279" y="147"/>
                      <a:pt x="269" y="159"/>
                    </a:cubicBezTo>
                    <a:cubicBezTo>
                      <a:pt x="269" y="161"/>
                      <a:pt x="270" y="164"/>
                      <a:pt x="271" y="167"/>
                    </a:cubicBezTo>
                    <a:cubicBezTo>
                      <a:pt x="272" y="169"/>
                      <a:pt x="273" y="172"/>
                      <a:pt x="274" y="174"/>
                    </a:cubicBezTo>
                    <a:cubicBezTo>
                      <a:pt x="275" y="174"/>
                      <a:pt x="276" y="175"/>
                      <a:pt x="277" y="176"/>
                    </a:cubicBezTo>
                    <a:cubicBezTo>
                      <a:pt x="284" y="179"/>
                      <a:pt x="294" y="181"/>
                      <a:pt x="305" y="183"/>
                    </a:cubicBezTo>
                    <a:cubicBezTo>
                      <a:pt x="326" y="187"/>
                      <a:pt x="349" y="192"/>
                      <a:pt x="366" y="208"/>
                    </a:cubicBezTo>
                    <a:cubicBezTo>
                      <a:pt x="387" y="227"/>
                      <a:pt x="391" y="263"/>
                      <a:pt x="395" y="302"/>
                    </a:cubicBezTo>
                    <a:cubicBezTo>
                      <a:pt x="395" y="303"/>
                      <a:pt x="395" y="303"/>
                      <a:pt x="395" y="303"/>
                    </a:cubicBezTo>
                    <a:cubicBezTo>
                      <a:pt x="396" y="304"/>
                      <a:pt x="396" y="306"/>
                      <a:pt x="395" y="307"/>
                    </a:cubicBezTo>
                    <a:cubicBezTo>
                      <a:pt x="396" y="313"/>
                      <a:pt x="392" y="319"/>
                      <a:pt x="386" y="320"/>
                    </a:cubicBezTo>
                    <a:cubicBezTo>
                      <a:pt x="366" y="326"/>
                      <a:pt x="345" y="331"/>
                      <a:pt x="326" y="334"/>
                    </a:cubicBezTo>
                    <a:cubicBezTo>
                      <a:pt x="306" y="338"/>
                      <a:pt x="291" y="340"/>
                      <a:pt x="290" y="340"/>
                    </a:cubicBezTo>
                    <a:cubicBezTo>
                      <a:pt x="285" y="340"/>
                      <a:pt x="281" y="336"/>
                      <a:pt x="280" y="331"/>
                    </a:cubicBezTo>
                    <a:cubicBezTo>
                      <a:pt x="280" y="326"/>
                      <a:pt x="284" y="322"/>
                      <a:pt x="289" y="322"/>
                    </a:cubicBezTo>
                    <a:cubicBezTo>
                      <a:pt x="289" y="322"/>
                      <a:pt x="304" y="321"/>
                      <a:pt x="322" y="317"/>
                    </a:cubicBezTo>
                    <a:cubicBezTo>
                      <a:pt x="340" y="313"/>
                      <a:pt x="359" y="309"/>
                      <a:pt x="377" y="304"/>
                    </a:cubicBezTo>
                    <a:cubicBezTo>
                      <a:pt x="377" y="304"/>
                      <a:pt x="377" y="304"/>
                      <a:pt x="377" y="304"/>
                    </a:cubicBezTo>
                    <a:cubicBezTo>
                      <a:pt x="377" y="303"/>
                      <a:pt x="377" y="303"/>
                      <a:pt x="377" y="303"/>
                    </a:cubicBezTo>
                    <a:cubicBezTo>
                      <a:pt x="374" y="269"/>
                      <a:pt x="370" y="236"/>
                      <a:pt x="354" y="221"/>
                    </a:cubicBezTo>
                    <a:cubicBezTo>
                      <a:pt x="340" y="209"/>
                      <a:pt x="320" y="205"/>
                      <a:pt x="302" y="201"/>
                    </a:cubicBezTo>
                    <a:cubicBezTo>
                      <a:pt x="289" y="199"/>
                      <a:pt x="278" y="196"/>
                      <a:pt x="269" y="192"/>
                    </a:cubicBezTo>
                    <a:cubicBezTo>
                      <a:pt x="266" y="190"/>
                      <a:pt x="263" y="188"/>
                      <a:pt x="261" y="186"/>
                    </a:cubicBezTo>
                    <a:cubicBezTo>
                      <a:pt x="259" y="185"/>
                      <a:pt x="258" y="184"/>
                      <a:pt x="258" y="182"/>
                    </a:cubicBezTo>
                    <a:cubicBezTo>
                      <a:pt x="257" y="180"/>
                      <a:pt x="256" y="177"/>
                      <a:pt x="254" y="173"/>
                    </a:cubicBezTo>
                    <a:cubicBezTo>
                      <a:pt x="254" y="173"/>
                      <a:pt x="254" y="172"/>
                      <a:pt x="254" y="172"/>
                    </a:cubicBezTo>
                    <a:cubicBezTo>
                      <a:pt x="237" y="184"/>
                      <a:pt x="217" y="191"/>
                      <a:pt x="197" y="191"/>
                    </a:cubicBezTo>
                    <a:cubicBezTo>
                      <a:pt x="177" y="191"/>
                      <a:pt x="158" y="184"/>
                      <a:pt x="141" y="172"/>
                    </a:cubicBezTo>
                    <a:cubicBezTo>
                      <a:pt x="141" y="173"/>
                      <a:pt x="141" y="173"/>
                      <a:pt x="141" y="173"/>
                    </a:cubicBezTo>
                    <a:cubicBezTo>
                      <a:pt x="139" y="177"/>
                      <a:pt x="138" y="180"/>
                      <a:pt x="137" y="182"/>
                    </a:cubicBezTo>
                    <a:cubicBezTo>
                      <a:pt x="137" y="184"/>
                      <a:pt x="136" y="185"/>
                      <a:pt x="135" y="186"/>
                    </a:cubicBezTo>
                    <a:cubicBezTo>
                      <a:pt x="132" y="188"/>
                      <a:pt x="129" y="190"/>
                      <a:pt x="126" y="192"/>
                    </a:cubicBezTo>
                    <a:cubicBezTo>
                      <a:pt x="117" y="196"/>
                      <a:pt x="106" y="199"/>
                      <a:pt x="94" y="201"/>
                    </a:cubicBezTo>
                    <a:cubicBezTo>
                      <a:pt x="75" y="205"/>
                      <a:pt x="55" y="209"/>
                      <a:pt x="41" y="221"/>
                    </a:cubicBezTo>
                    <a:cubicBezTo>
                      <a:pt x="25" y="236"/>
                      <a:pt x="22" y="269"/>
                      <a:pt x="18" y="304"/>
                    </a:cubicBezTo>
                    <a:cubicBezTo>
                      <a:pt x="18" y="304"/>
                      <a:pt x="18" y="304"/>
                      <a:pt x="18" y="304"/>
                    </a:cubicBezTo>
                    <a:cubicBezTo>
                      <a:pt x="18" y="304"/>
                      <a:pt x="18" y="304"/>
                      <a:pt x="18" y="304"/>
                    </a:cubicBezTo>
                    <a:cubicBezTo>
                      <a:pt x="72" y="320"/>
                      <a:pt x="134" y="328"/>
                      <a:pt x="197" y="328"/>
                    </a:cubicBezTo>
                    <a:cubicBezTo>
                      <a:pt x="207" y="328"/>
                      <a:pt x="218" y="327"/>
                      <a:pt x="228" y="327"/>
                    </a:cubicBezTo>
                    <a:cubicBezTo>
                      <a:pt x="233" y="327"/>
                      <a:pt x="237" y="331"/>
                      <a:pt x="237" y="336"/>
                    </a:cubicBezTo>
                    <a:cubicBezTo>
                      <a:pt x="237" y="341"/>
                      <a:pt x="233" y="345"/>
                      <a:pt x="228" y="345"/>
                    </a:cubicBezTo>
                    <a:cubicBezTo>
                      <a:pt x="218" y="345"/>
                      <a:pt x="208" y="346"/>
                      <a:pt x="197" y="346"/>
                    </a:cubicBezTo>
                    <a:close/>
                    <a:moveTo>
                      <a:pt x="386" y="306"/>
                    </a:moveTo>
                    <a:cubicBezTo>
                      <a:pt x="386" y="306"/>
                      <a:pt x="386" y="306"/>
                      <a:pt x="386" y="306"/>
                    </a:cubicBezTo>
                    <a:close/>
                    <a:moveTo>
                      <a:pt x="378" y="303"/>
                    </a:moveTo>
                    <a:cubicBezTo>
                      <a:pt x="378" y="303"/>
                      <a:pt x="378" y="303"/>
                      <a:pt x="378" y="303"/>
                    </a:cubicBezTo>
                    <a:cubicBezTo>
                      <a:pt x="378" y="303"/>
                      <a:pt x="378" y="303"/>
                      <a:pt x="378" y="303"/>
                    </a:cubicBezTo>
                    <a:close/>
                    <a:moveTo>
                      <a:pt x="300" y="33"/>
                    </a:moveTo>
                    <a:cubicBezTo>
                      <a:pt x="300" y="33"/>
                      <a:pt x="300" y="33"/>
                      <a:pt x="300" y="33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4" name="Freeform 297">
                <a:extLst>
                  <a:ext uri="{FF2B5EF4-FFF2-40B4-BE49-F238E27FC236}">
                    <a16:creationId xmlns:a16="http://schemas.microsoft.com/office/drawing/2014/main" xmlns="" id="{D1916A94-D4ED-4D87-AB6E-DF7F7DC9B0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4675" y="5984875"/>
                <a:ext cx="190500" cy="74612"/>
              </a:xfrm>
              <a:custGeom>
                <a:avLst/>
                <a:gdLst>
                  <a:gd name="T0" fmla="*/ 92869 w 80"/>
                  <a:gd name="T1" fmla="*/ 74612 h 31"/>
                  <a:gd name="T2" fmla="*/ 7144 w 80"/>
                  <a:gd name="T3" fmla="*/ 40916 h 31"/>
                  <a:gd name="T4" fmla="*/ 9525 w 80"/>
                  <a:gd name="T5" fmla="*/ 9627 h 31"/>
                  <a:gd name="T6" fmla="*/ 40481 w 80"/>
                  <a:gd name="T7" fmla="*/ 14441 h 31"/>
                  <a:gd name="T8" fmla="*/ 92869 w 80"/>
                  <a:gd name="T9" fmla="*/ 31289 h 31"/>
                  <a:gd name="T10" fmla="*/ 147638 w 80"/>
                  <a:gd name="T11" fmla="*/ 12034 h 31"/>
                  <a:gd name="T12" fmla="*/ 178594 w 80"/>
                  <a:gd name="T13" fmla="*/ 7221 h 31"/>
                  <a:gd name="T14" fmla="*/ 183356 w 80"/>
                  <a:gd name="T15" fmla="*/ 38509 h 31"/>
                  <a:gd name="T16" fmla="*/ 92869 w 80"/>
                  <a:gd name="T17" fmla="*/ 74612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80"/>
                  <a:gd name="T28" fmla="*/ 0 h 31"/>
                  <a:gd name="T29" fmla="*/ 80 w 80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80" h="31">
                    <a:moveTo>
                      <a:pt x="39" y="31"/>
                    </a:moveTo>
                    <a:cubicBezTo>
                      <a:pt x="24" y="31"/>
                      <a:pt x="10" y="26"/>
                      <a:pt x="3" y="17"/>
                    </a:cubicBezTo>
                    <a:cubicBezTo>
                      <a:pt x="0" y="13"/>
                      <a:pt x="0" y="8"/>
                      <a:pt x="4" y="4"/>
                    </a:cubicBezTo>
                    <a:cubicBezTo>
                      <a:pt x="8" y="1"/>
                      <a:pt x="14" y="2"/>
                      <a:pt x="17" y="6"/>
                    </a:cubicBezTo>
                    <a:cubicBezTo>
                      <a:pt x="20" y="9"/>
                      <a:pt x="28" y="13"/>
                      <a:pt x="39" y="13"/>
                    </a:cubicBezTo>
                    <a:cubicBezTo>
                      <a:pt x="51" y="13"/>
                      <a:pt x="59" y="9"/>
                      <a:pt x="62" y="5"/>
                    </a:cubicBezTo>
                    <a:cubicBezTo>
                      <a:pt x="65" y="1"/>
                      <a:pt x="71" y="0"/>
                      <a:pt x="75" y="3"/>
                    </a:cubicBezTo>
                    <a:cubicBezTo>
                      <a:pt x="79" y="6"/>
                      <a:pt x="80" y="12"/>
                      <a:pt x="77" y="16"/>
                    </a:cubicBezTo>
                    <a:cubicBezTo>
                      <a:pt x="70" y="25"/>
                      <a:pt x="55" y="31"/>
                      <a:pt x="39" y="31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5" name="Freeform 298">
                <a:extLst>
                  <a:ext uri="{FF2B5EF4-FFF2-40B4-BE49-F238E27FC236}">
                    <a16:creationId xmlns:a16="http://schemas.microsoft.com/office/drawing/2014/main" xmlns="" id="{0433FE01-FC09-4E58-AFA8-29FE5A02DB5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214812" y="5483225"/>
                <a:ext cx="528638" cy="249237"/>
              </a:xfrm>
              <a:custGeom>
                <a:avLst/>
                <a:gdLst>
                  <a:gd name="T0" fmla="*/ 507110 w 221"/>
                  <a:gd name="T1" fmla="*/ 249237 h 104"/>
                  <a:gd name="T2" fmla="*/ 21528 w 221"/>
                  <a:gd name="T3" fmla="*/ 249237 h 104"/>
                  <a:gd name="T4" fmla="*/ 0 w 221"/>
                  <a:gd name="T5" fmla="*/ 227668 h 104"/>
                  <a:gd name="T6" fmla="*/ 0 w 221"/>
                  <a:gd name="T7" fmla="*/ 105446 h 104"/>
                  <a:gd name="T8" fmla="*/ 107641 w 221"/>
                  <a:gd name="T9" fmla="*/ 0 h 104"/>
                  <a:gd name="T10" fmla="*/ 425781 w 221"/>
                  <a:gd name="T11" fmla="*/ 0 h 104"/>
                  <a:gd name="T12" fmla="*/ 528638 w 221"/>
                  <a:gd name="T13" fmla="*/ 103050 h 104"/>
                  <a:gd name="T14" fmla="*/ 528638 w 221"/>
                  <a:gd name="T15" fmla="*/ 227668 h 104"/>
                  <a:gd name="T16" fmla="*/ 507110 w 221"/>
                  <a:gd name="T17" fmla="*/ 249237 h 104"/>
                  <a:gd name="T18" fmla="*/ 43056 w 221"/>
                  <a:gd name="T19" fmla="*/ 206100 h 104"/>
                  <a:gd name="T20" fmla="*/ 485582 w 221"/>
                  <a:gd name="T21" fmla="*/ 206100 h 104"/>
                  <a:gd name="T22" fmla="*/ 485582 w 221"/>
                  <a:gd name="T23" fmla="*/ 103050 h 104"/>
                  <a:gd name="T24" fmla="*/ 425781 w 221"/>
                  <a:gd name="T25" fmla="*/ 43137 h 104"/>
                  <a:gd name="T26" fmla="*/ 107641 w 221"/>
                  <a:gd name="T27" fmla="*/ 43137 h 104"/>
                  <a:gd name="T28" fmla="*/ 43056 w 221"/>
                  <a:gd name="T29" fmla="*/ 105446 h 104"/>
                  <a:gd name="T30" fmla="*/ 43056 w 221"/>
                  <a:gd name="T31" fmla="*/ 206100 h 104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221"/>
                  <a:gd name="T49" fmla="*/ 0 h 104"/>
                  <a:gd name="T50" fmla="*/ 221 w 221"/>
                  <a:gd name="T51" fmla="*/ 104 h 104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221" h="104">
                    <a:moveTo>
                      <a:pt x="212" y="104"/>
                    </a:moveTo>
                    <a:cubicBezTo>
                      <a:pt x="9" y="104"/>
                      <a:pt x="9" y="104"/>
                      <a:pt x="9" y="104"/>
                    </a:cubicBezTo>
                    <a:cubicBezTo>
                      <a:pt x="4" y="104"/>
                      <a:pt x="0" y="100"/>
                      <a:pt x="0" y="95"/>
                    </a:cubicBezTo>
                    <a:cubicBezTo>
                      <a:pt x="0" y="44"/>
                      <a:pt x="0" y="44"/>
                      <a:pt x="0" y="44"/>
                    </a:cubicBezTo>
                    <a:cubicBezTo>
                      <a:pt x="0" y="20"/>
                      <a:pt x="20" y="0"/>
                      <a:pt x="45" y="0"/>
                    </a:cubicBezTo>
                    <a:cubicBezTo>
                      <a:pt x="178" y="0"/>
                      <a:pt x="178" y="0"/>
                      <a:pt x="178" y="0"/>
                    </a:cubicBezTo>
                    <a:cubicBezTo>
                      <a:pt x="202" y="0"/>
                      <a:pt x="221" y="19"/>
                      <a:pt x="221" y="43"/>
                    </a:cubicBezTo>
                    <a:cubicBezTo>
                      <a:pt x="221" y="95"/>
                      <a:pt x="221" y="95"/>
                      <a:pt x="221" y="95"/>
                    </a:cubicBezTo>
                    <a:cubicBezTo>
                      <a:pt x="221" y="100"/>
                      <a:pt x="217" y="104"/>
                      <a:pt x="212" y="104"/>
                    </a:cubicBezTo>
                    <a:close/>
                    <a:moveTo>
                      <a:pt x="18" y="86"/>
                    </a:moveTo>
                    <a:cubicBezTo>
                      <a:pt x="203" y="86"/>
                      <a:pt x="203" y="86"/>
                      <a:pt x="203" y="86"/>
                    </a:cubicBezTo>
                    <a:cubicBezTo>
                      <a:pt x="203" y="43"/>
                      <a:pt x="203" y="43"/>
                      <a:pt x="203" y="43"/>
                    </a:cubicBezTo>
                    <a:cubicBezTo>
                      <a:pt x="203" y="29"/>
                      <a:pt x="192" y="18"/>
                      <a:pt x="178" y="18"/>
                    </a:cubicBezTo>
                    <a:cubicBezTo>
                      <a:pt x="45" y="18"/>
                      <a:pt x="45" y="18"/>
                      <a:pt x="45" y="18"/>
                    </a:cubicBezTo>
                    <a:cubicBezTo>
                      <a:pt x="30" y="18"/>
                      <a:pt x="18" y="30"/>
                      <a:pt x="18" y="44"/>
                    </a:cubicBezTo>
                    <a:lnTo>
                      <a:pt x="18" y="86"/>
                    </a:ln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6" name="Freeform 299">
                <a:extLst>
                  <a:ext uri="{FF2B5EF4-FFF2-40B4-BE49-F238E27FC236}">
                    <a16:creationId xmlns:a16="http://schemas.microsoft.com/office/drawing/2014/main" xmlns="" id="{C83A3955-AA30-4733-BBBB-7EDFC8E8DC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3225" y="5686425"/>
                <a:ext cx="534988" cy="146050"/>
              </a:xfrm>
              <a:custGeom>
                <a:avLst/>
                <a:gdLst>
                  <a:gd name="T0" fmla="*/ 267494 w 224"/>
                  <a:gd name="T1" fmla="*/ 146050 h 61"/>
                  <a:gd name="T2" fmla="*/ 7165 w 224"/>
                  <a:gd name="T3" fmla="*/ 35914 h 61"/>
                  <a:gd name="T4" fmla="*/ 11942 w 224"/>
                  <a:gd name="T5" fmla="*/ 7183 h 61"/>
                  <a:gd name="T6" fmla="*/ 42990 w 224"/>
                  <a:gd name="T7" fmla="*/ 11971 h 61"/>
                  <a:gd name="T8" fmla="*/ 267494 w 224"/>
                  <a:gd name="T9" fmla="*/ 102953 h 61"/>
                  <a:gd name="T10" fmla="*/ 491998 w 224"/>
                  <a:gd name="T11" fmla="*/ 11971 h 61"/>
                  <a:gd name="T12" fmla="*/ 523046 w 224"/>
                  <a:gd name="T13" fmla="*/ 7183 h 61"/>
                  <a:gd name="T14" fmla="*/ 527823 w 224"/>
                  <a:gd name="T15" fmla="*/ 35914 h 61"/>
                  <a:gd name="T16" fmla="*/ 267494 w 224"/>
                  <a:gd name="T17" fmla="*/ 146050 h 6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24"/>
                  <a:gd name="T28" fmla="*/ 0 h 61"/>
                  <a:gd name="T29" fmla="*/ 224 w 224"/>
                  <a:gd name="T30" fmla="*/ 61 h 6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24" h="61">
                    <a:moveTo>
                      <a:pt x="112" y="61"/>
                    </a:moveTo>
                    <a:cubicBezTo>
                      <a:pt x="37" y="61"/>
                      <a:pt x="4" y="17"/>
                      <a:pt x="3" y="15"/>
                    </a:cubicBezTo>
                    <a:cubicBezTo>
                      <a:pt x="0" y="11"/>
                      <a:pt x="1" y="6"/>
                      <a:pt x="5" y="3"/>
                    </a:cubicBezTo>
                    <a:cubicBezTo>
                      <a:pt x="9" y="0"/>
                      <a:pt x="15" y="1"/>
                      <a:pt x="18" y="5"/>
                    </a:cubicBezTo>
                    <a:cubicBezTo>
                      <a:pt x="19" y="6"/>
                      <a:pt x="46" y="43"/>
                      <a:pt x="112" y="43"/>
                    </a:cubicBezTo>
                    <a:cubicBezTo>
                      <a:pt x="177" y="43"/>
                      <a:pt x="206" y="5"/>
                      <a:pt x="206" y="5"/>
                    </a:cubicBezTo>
                    <a:cubicBezTo>
                      <a:pt x="209" y="1"/>
                      <a:pt x="215" y="0"/>
                      <a:pt x="219" y="3"/>
                    </a:cubicBezTo>
                    <a:cubicBezTo>
                      <a:pt x="223" y="6"/>
                      <a:pt x="224" y="11"/>
                      <a:pt x="221" y="15"/>
                    </a:cubicBezTo>
                    <a:cubicBezTo>
                      <a:pt x="219" y="17"/>
                      <a:pt x="186" y="61"/>
                      <a:pt x="112" y="61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7" name="Freeform 300">
                <a:extLst>
                  <a:ext uri="{FF2B5EF4-FFF2-40B4-BE49-F238E27FC236}">
                    <a16:creationId xmlns:a16="http://schemas.microsoft.com/office/drawing/2014/main" xmlns="" id="{C5F41A7F-04D8-4883-8921-AEBFD2004F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7512" y="6119813"/>
                <a:ext cx="274638" cy="252412"/>
              </a:xfrm>
              <a:custGeom>
                <a:avLst/>
                <a:gdLst>
                  <a:gd name="T0" fmla="*/ 253145 w 115"/>
                  <a:gd name="T1" fmla="*/ 252412 h 106"/>
                  <a:gd name="T2" fmla="*/ 57316 w 115"/>
                  <a:gd name="T3" fmla="*/ 252412 h 106"/>
                  <a:gd name="T4" fmla="*/ 35822 w 115"/>
                  <a:gd name="T5" fmla="*/ 233362 h 106"/>
                  <a:gd name="T6" fmla="*/ 2388 w 115"/>
                  <a:gd name="T7" fmla="*/ 28575 h 106"/>
                  <a:gd name="T8" fmla="*/ 19105 w 115"/>
                  <a:gd name="T9" fmla="*/ 2381 h 106"/>
                  <a:gd name="T10" fmla="*/ 42987 w 115"/>
                  <a:gd name="T11" fmla="*/ 21431 h 106"/>
                  <a:gd name="T12" fmla="*/ 76421 w 115"/>
                  <a:gd name="T13" fmla="*/ 209550 h 106"/>
                  <a:gd name="T14" fmla="*/ 253145 w 115"/>
                  <a:gd name="T15" fmla="*/ 209550 h 106"/>
                  <a:gd name="T16" fmla="*/ 274638 w 115"/>
                  <a:gd name="T17" fmla="*/ 230981 h 106"/>
                  <a:gd name="T18" fmla="*/ 253145 w 115"/>
                  <a:gd name="T19" fmla="*/ 252412 h 10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15"/>
                  <a:gd name="T31" fmla="*/ 0 h 106"/>
                  <a:gd name="T32" fmla="*/ 115 w 115"/>
                  <a:gd name="T33" fmla="*/ 106 h 10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15" h="106">
                    <a:moveTo>
                      <a:pt x="106" y="106"/>
                    </a:moveTo>
                    <a:cubicBezTo>
                      <a:pt x="24" y="106"/>
                      <a:pt x="24" y="106"/>
                      <a:pt x="24" y="106"/>
                    </a:cubicBezTo>
                    <a:cubicBezTo>
                      <a:pt x="20" y="106"/>
                      <a:pt x="16" y="102"/>
                      <a:pt x="15" y="98"/>
                    </a:cubicBezTo>
                    <a:cubicBezTo>
                      <a:pt x="1" y="12"/>
                      <a:pt x="1" y="12"/>
                      <a:pt x="1" y="12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9"/>
                    </a:cubicBezTo>
                    <a:cubicBezTo>
                      <a:pt x="32" y="88"/>
                      <a:pt x="32" y="88"/>
                      <a:pt x="32" y="88"/>
                    </a:cubicBezTo>
                    <a:cubicBezTo>
                      <a:pt x="106" y="88"/>
                      <a:pt x="106" y="88"/>
                      <a:pt x="106" y="88"/>
                    </a:cubicBezTo>
                    <a:cubicBezTo>
                      <a:pt x="111" y="88"/>
                      <a:pt x="115" y="92"/>
                      <a:pt x="115" y="97"/>
                    </a:cubicBezTo>
                    <a:cubicBezTo>
                      <a:pt x="115" y="102"/>
                      <a:pt x="111" y="106"/>
                      <a:pt x="106" y="106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8" name="Freeform 301">
                <a:extLst>
                  <a:ext uri="{FF2B5EF4-FFF2-40B4-BE49-F238E27FC236}">
                    <a16:creationId xmlns:a16="http://schemas.microsoft.com/office/drawing/2014/main" xmlns="" id="{65BA7300-5B81-447D-825C-1C005C55E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087" y="6145213"/>
                <a:ext cx="69850" cy="344487"/>
              </a:xfrm>
              <a:custGeom>
                <a:avLst/>
                <a:gdLst>
                  <a:gd name="T0" fmla="*/ 45764 w 29"/>
                  <a:gd name="T1" fmla="*/ 344487 h 144"/>
                  <a:gd name="T2" fmla="*/ 24086 w 29"/>
                  <a:gd name="T3" fmla="*/ 322957 h 144"/>
                  <a:gd name="T4" fmla="*/ 0 w 29"/>
                  <a:gd name="T5" fmla="*/ 23923 h 144"/>
                  <a:gd name="T6" fmla="*/ 19269 w 29"/>
                  <a:gd name="T7" fmla="*/ 0 h 144"/>
                  <a:gd name="T8" fmla="*/ 43355 w 29"/>
                  <a:gd name="T9" fmla="*/ 19138 h 144"/>
                  <a:gd name="T10" fmla="*/ 67441 w 29"/>
                  <a:gd name="T11" fmla="*/ 320564 h 144"/>
                  <a:gd name="T12" fmla="*/ 48172 w 29"/>
                  <a:gd name="T13" fmla="*/ 344487 h 144"/>
                  <a:gd name="T14" fmla="*/ 45764 w 29"/>
                  <a:gd name="T15" fmla="*/ 344487 h 14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9"/>
                  <a:gd name="T25" fmla="*/ 0 h 144"/>
                  <a:gd name="T26" fmla="*/ 29 w 29"/>
                  <a:gd name="T27" fmla="*/ 144 h 14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9" h="144">
                    <a:moveTo>
                      <a:pt x="19" y="144"/>
                    </a:moveTo>
                    <a:cubicBezTo>
                      <a:pt x="15" y="144"/>
                      <a:pt x="11" y="140"/>
                      <a:pt x="10" y="135"/>
                    </a:cubicBezTo>
                    <a:cubicBezTo>
                      <a:pt x="0" y="10"/>
                      <a:pt x="0" y="10"/>
                      <a:pt x="0" y="10"/>
                    </a:cubicBezTo>
                    <a:cubicBezTo>
                      <a:pt x="0" y="5"/>
                      <a:pt x="3" y="1"/>
                      <a:pt x="8" y="0"/>
                    </a:cubicBezTo>
                    <a:cubicBezTo>
                      <a:pt x="13" y="0"/>
                      <a:pt x="18" y="3"/>
                      <a:pt x="18" y="8"/>
                    </a:cubicBezTo>
                    <a:cubicBezTo>
                      <a:pt x="28" y="134"/>
                      <a:pt x="28" y="134"/>
                      <a:pt x="28" y="134"/>
                    </a:cubicBezTo>
                    <a:cubicBezTo>
                      <a:pt x="29" y="139"/>
                      <a:pt x="25" y="143"/>
                      <a:pt x="20" y="144"/>
                    </a:cubicBezTo>
                    <a:cubicBezTo>
                      <a:pt x="20" y="144"/>
                      <a:pt x="20" y="144"/>
                      <a:pt x="19" y="144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89" name="Freeform 302">
                <a:extLst>
                  <a:ext uri="{FF2B5EF4-FFF2-40B4-BE49-F238E27FC236}">
                    <a16:creationId xmlns:a16="http://schemas.microsoft.com/office/drawing/2014/main" xmlns="" id="{196F1819-A53F-4F3B-BCEE-B35FC49E9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9325" y="6145213"/>
                <a:ext cx="69850" cy="344487"/>
              </a:xfrm>
              <a:custGeom>
                <a:avLst/>
                <a:gdLst>
                  <a:gd name="T0" fmla="*/ 24086 w 29"/>
                  <a:gd name="T1" fmla="*/ 344487 h 144"/>
                  <a:gd name="T2" fmla="*/ 21678 w 29"/>
                  <a:gd name="T3" fmla="*/ 344487 h 144"/>
                  <a:gd name="T4" fmla="*/ 2409 w 29"/>
                  <a:gd name="T5" fmla="*/ 320564 h 144"/>
                  <a:gd name="T6" fmla="*/ 26495 w 29"/>
                  <a:gd name="T7" fmla="*/ 19138 h 144"/>
                  <a:gd name="T8" fmla="*/ 50581 w 29"/>
                  <a:gd name="T9" fmla="*/ 0 h 144"/>
                  <a:gd name="T10" fmla="*/ 69850 w 29"/>
                  <a:gd name="T11" fmla="*/ 23923 h 144"/>
                  <a:gd name="T12" fmla="*/ 45764 w 29"/>
                  <a:gd name="T13" fmla="*/ 322957 h 144"/>
                  <a:gd name="T14" fmla="*/ 24086 w 29"/>
                  <a:gd name="T15" fmla="*/ 344487 h 14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29"/>
                  <a:gd name="T25" fmla="*/ 0 h 144"/>
                  <a:gd name="T26" fmla="*/ 29 w 29"/>
                  <a:gd name="T27" fmla="*/ 144 h 14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29" h="144">
                    <a:moveTo>
                      <a:pt x="10" y="144"/>
                    </a:moveTo>
                    <a:cubicBezTo>
                      <a:pt x="9" y="144"/>
                      <a:pt x="9" y="144"/>
                      <a:pt x="9" y="144"/>
                    </a:cubicBezTo>
                    <a:cubicBezTo>
                      <a:pt x="4" y="143"/>
                      <a:pt x="0" y="139"/>
                      <a:pt x="1" y="134"/>
                    </a:cubicBezTo>
                    <a:cubicBezTo>
                      <a:pt x="11" y="8"/>
                      <a:pt x="11" y="8"/>
                      <a:pt x="11" y="8"/>
                    </a:cubicBezTo>
                    <a:cubicBezTo>
                      <a:pt x="11" y="3"/>
                      <a:pt x="16" y="0"/>
                      <a:pt x="21" y="0"/>
                    </a:cubicBezTo>
                    <a:cubicBezTo>
                      <a:pt x="26" y="0"/>
                      <a:pt x="29" y="5"/>
                      <a:pt x="29" y="10"/>
                    </a:cubicBezTo>
                    <a:cubicBezTo>
                      <a:pt x="19" y="135"/>
                      <a:pt x="19" y="135"/>
                      <a:pt x="19" y="135"/>
                    </a:cubicBezTo>
                    <a:cubicBezTo>
                      <a:pt x="18" y="140"/>
                      <a:pt x="14" y="144"/>
                      <a:pt x="10" y="144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90" name="Freeform 303">
                <a:extLst>
                  <a:ext uri="{FF2B5EF4-FFF2-40B4-BE49-F238E27FC236}">
                    <a16:creationId xmlns:a16="http://schemas.microsoft.com/office/drawing/2014/main" xmlns="" id="{6DC1DFF7-AA24-4C49-869A-7E34EF0DDB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4662" y="6097588"/>
                <a:ext cx="388938" cy="160337"/>
              </a:xfrm>
              <a:custGeom>
                <a:avLst/>
                <a:gdLst>
                  <a:gd name="T0" fmla="*/ 195662 w 163"/>
                  <a:gd name="T1" fmla="*/ 160337 h 67"/>
                  <a:gd name="T2" fmla="*/ 4772 w 163"/>
                  <a:gd name="T3" fmla="*/ 33503 h 67"/>
                  <a:gd name="T4" fmla="*/ 16703 w 163"/>
                  <a:gd name="T5" fmla="*/ 4786 h 67"/>
                  <a:gd name="T6" fmla="*/ 45336 w 163"/>
                  <a:gd name="T7" fmla="*/ 16752 h 67"/>
                  <a:gd name="T8" fmla="*/ 195662 w 163"/>
                  <a:gd name="T9" fmla="*/ 117261 h 67"/>
                  <a:gd name="T10" fmla="*/ 343602 w 163"/>
                  <a:gd name="T11" fmla="*/ 16752 h 67"/>
                  <a:gd name="T12" fmla="*/ 372235 w 163"/>
                  <a:gd name="T13" fmla="*/ 4786 h 67"/>
                  <a:gd name="T14" fmla="*/ 384166 w 163"/>
                  <a:gd name="T15" fmla="*/ 33503 h 67"/>
                  <a:gd name="T16" fmla="*/ 195662 w 163"/>
                  <a:gd name="T17" fmla="*/ 160337 h 6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63"/>
                  <a:gd name="T28" fmla="*/ 0 h 67"/>
                  <a:gd name="T29" fmla="*/ 163 w 163"/>
                  <a:gd name="T30" fmla="*/ 67 h 67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63" h="67">
                    <a:moveTo>
                      <a:pt x="82" y="67"/>
                    </a:moveTo>
                    <a:cubicBezTo>
                      <a:pt x="47" y="67"/>
                      <a:pt x="15" y="46"/>
                      <a:pt x="2" y="14"/>
                    </a:cubicBezTo>
                    <a:cubicBezTo>
                      <a:pt x="0" y="9"/>
                      <a:pt x="2" y="4"/>
                      <a:pt x="7" y="2"/>
                    </a:cubicBezTo>
                    <a:cubicBezTo>
                      <a:pt x="12" y="0"/>
                      <a:pt x="17" y="2"/>
                      <a:pt x="19" y="7"/>
                    </a:cubicBezTo>
                    <a:cubicBezTo>
                      <a:pt x="29" y="32"/>
                      <a:pt x="54" y="49"/>
                      <a:pt x="82" y="49"/>
                    </a:cubicBezTo>
                    <a:cubicBezTo>
                      <a:pt x="109" y="49"/>
                      <a:pt x="134" y="32"/>
                      <a:pt x="144" y="7"/>
                    </a:cubicBezTo>
                    <a:cubicBezTo>
                      <a:pt x="146" y="2"/>
                      <a:pt x="152" y="0"/>
                      <a:pt x="156" y="2"/>
                    </a:cubicBezTo>
                    <a:cubicBezTo>
                      <a:pt x="161" y="4"/>
                      <a:pt x="163" y="9"/>
                      <a:pt x="161" y="14"/>
                    </a:cubicBezTo>
                    <a:cubicBezTo>
                      <a:pt x="148" y="46"/>
                      <a:pt x="116" y="67"/>
                      <a:pt x="82" y="67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  <p:sp>
            <p:nvSpPr>
              <p:cNvPr id="191" name="Freeform 304">
                <a:extLst>
                  <a:ext uri="{FF2B5EF4-FFF2-40B4-BE49-F238E27FC236}">
                    <a16:creationId xmlns:a16="http://schemas.microsoft.com/office/drawing/2014/main" xmlns="" id="{FC75CA8D-BB31-47C1-924A-A4E03A355A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3112" y="6215063"/>
                <a:ext cx="133350" cy="219075"/>
              </a:xfrm>
              <a:custGeom>
                <a:avLst/>
                <a:gdLst>
                  <a:gd name="T0" fmla="*/ 66675 w 56"/>
                  <a:gd name="T1" fmla="*/ 219075 h 92"/>
                  <a:gd name="T2" fmla="*/ 57150 w 56"/>
                  <a:gd name="T3" fmla="*/ 216694 h 92"/>
                  <a:gd name="T4" fmla="*/ 47625 w 56"/>
                  <a:gd name="T5" fmla="*/ 188119 h 92"/>
                  <a:gd name="T6" fmla="*/ 76200 w 56"/>
                  <a:gd name="T7" fmla="*/ 133350 h 92"/>
                  <a:gd name="T8" fmla="*/ 21431 w 56"/>
                  <a:gd name="T9" fmla="*/ 133350 h 92"/>
                  <a:gd name="T10" fmla="*/ 4763 w 56"/>
                  <a:gd name="T11" fmla="*/ 123825 h 92"/>
                  <a:gd name="T12" fmla="*/ 2381 w 56"/>
                  <a:gd name="T13" fmla="*/ 102394 h 92"/>
                  <a:gd name="T14" fmla="*/ 47625 w 56"/>
                  <a:gd name="T15" fmla="*/ 14288 h 92"/>
                  <a:gd name="T16" fmla="*/ 76200 w 56"/>
                  <a:gd name="T17" fmla="*/ 4763 h 92"/>
                  <a:gd name="T18" fmla="*/ 85725 w 56"/>
                  <a:gd name="T19" fmla="*/ 33338 h 92"/>
                  <a:gd name="T20" fmla="*/ 57150 w 56"/>
                  <a:gd name="T21" fmla="*/ 90488 h 92"/>
                  <a:gd name="T22" fmla="*/ 111919 w 56"/>
                  <a:gd name="T23" fmla="*/ 90488 h 92"/>
                  <a:gd name="T24" fmla="*/ 128588 w 56"/>
                  <a:gd name="T25" fmla="*/ 100013 h 92"/>
                  <a:gd name="T26" fmla="*/ 130969 w 56"/>
                  <a:gd name="T27" fmla="*/ 121444 h 92"/>
                  <a:gd name="T28" fmla="*/ 85725 w 56"/>
                  <a:gd name="T29" fmla="*/ 207169 h 92"/>
                  <a:gd name="T30" fmla="*/ 66675 w 56"/>
                  <a:gd name="T31" fmla="*/ 219075 h 92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56"/>
                  <a:gd name="T49" fmla="*/ 0 h 92"/>
                  <a:gd name="T50" fmla="*/ 56 w 56"/>
                  <a:gd name="T51" fmla="*/ 92 h 92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56" h="92">
                    <a:moveTo>
                      <a:pt x="28" y="92"/>
                    </a:moveTo>
                    <a:cubicBezTo>
                      <a:pt x="27" y="92"/>
                      <a:pt x="25" y="92"/>
                      <a:pt x="24" y="91"/>
                    </a:cubicBezTo>
                    <a:cubicBezTo>
                      <a:pt x="20" y="89"/>
                      <a:pt x="18" y="83"/>
                      <a:pt x="20" y="79"/>
                    </a:cubicBezTo>
                    <a:cubicBezTo>
                      <a:pt x="32" y="56"/>
                      <a:pt x="32" y="56"/>
                      <a:pt x="32" y="56"/>
                    </a:cubicBezTo>
                    <a:cubicBezTo>
                      <a:pt x="9" y="56"/>
                      <a:pt x="9" y="56"/>
                      <a:pt x="9" y="56"/>
                    </a:cubicBezTo>
                    <a:cubicBezTo>
                      <a:pt x="6" y="56"/>
                      <a:pt x="3" y="54"/>
                      <a:pt x="2" y="52"/>
                    </a:cubicBezTo>
                    <a:cubicBezTo>
                      <a:pt x="0" y="49"/>
                      <a:pt x="0" y="46"/>
                      <a:pt x="1" y="43"/>
                    </a:cubicBezTo>
                    <a:cubicBezTo>
                      <a:pt x="20" y="6"/>
                      <a:pt x="20" y="6"/>
                      <a:pt x="20" y="6"/>
                    </a:cubicBezTo>
                    <a:cubicBezTo>
                      <a:pt x="22" y="2"/>
                      <a:pt x="28" y="0"/>
                      <a:pt x="32" y="2"/>
                    </a:cubicBezTo>
                    <a:cubicBezTo>
                      <a:pt x="37" y="4"/>
                      <a:pt x="38" y="10"/>
                      <a:pt x="36" y="14"/>
                    </a:cubicBezTo>
                    <a:cubicBezTo>
                      <a:pt x="24" y="38"/>
                      <a:pt x="24" y="38"/>
                      <a:pt x="24" y="38"/>
                    </a:cubicBezTo>
                    <a:cubicBezTo>
                      <a:pt x="47" y="38"/>
                      <a:pt x="47" y="38"/>
                      <a:pt x="47" y="38"/>
                    </a:cubicBezTo>
                    <a:cubicBezTo>
                      <a:pt x="50" y="38"/>
                      <a:pt x="53" y="40"/>
                      <a:pt x="54" y="42"/>
                    </a:cubicBezTo>
                    <a:cubicBezTo>
                      <a:pt x="56" y="45"/>
                      <a:pt x="56" y="48"/>
                      <a:pt x="55" y="51"/>
                    </a:cubicBezTo>
                    <a:cubicBezTo>
                      <a:pt x="36" y="87"/>
                      <a:pt x="36" y="87"/>
                      <a:pt x="36" y="87"/>
                    </a:cubicBezTo>
                    <a:cubicBezTo>
                      <a:pt x="34" y="90"/>
                      <a:pt x="31" y="92"/>
                      <a:pt x="28" y="92"/>
                    </a:cubicBezTo>
                    <a:close/>
                  </a:path>
                </a:pathLst>
              </a:custGeom>
              <a:solidFill>
                <a:srgbClr val="59575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997" b="0" i="0" u="none" strike="noStrike" kern="0" cap="none" spc="0" normalizeH="0" baseline="0" noProof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168" name="矩形 128">
              <a:extLst>
                <a:ext uri="{FF2B5EF4-FFF2-40B4-BE49-F238E27FC236}">
                  <a16:creationId xmlns:a16="http://schemas.microsoft.com/office/drawing/2014/main" xmlns="" id="{822E282A-25BB-4E57-8DCD-B1F2112E4859}"/>
                </a:ext>
              </a:extLst>
            </p:cNvPr>
            <p:cNvSpPr/>
            <p:nvPr/>
          </p:nvSpPr>
          <p:spPr>
            <a:xfrm>
              <a:off x="1179481" y="3349668"/>
              <a:ext cx="11622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007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Before Event</a:t>
              </a:r>
            </a:p>
          </p:txBody>
        </p:sp>
        <p:sp>
          <p:nvSpPr>
            <p:cNvPr id="169" name="矩形 128">
              <a:extLst>
                <a:ext uri="{FF2B5EF4-FFF2-40B4-BE49-F238E27FC236}">
                  <a16:creationId xmlns:a16="http://schemas.microsoft.com/office/drawing/2014/main" xmlns="" id="{0B44E995-D071-4529-B767-2A7ACBE612CC}"/>
                </a:ext>
              </a:extLst>
            </p:cNvPr>
            <p:cNvSpPr/>
            <p:nvPr/>
          </p:nvSpPr>
          <p:spPr>
            <a:xfrm>
              <a:off x="2422518" y="3349668"/>
              <a:ext cx="1488953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007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During Event</a:t>
              </a:r>
            </a:p>
          </p:txBody>
        </p:sp>
        <p:sp>
          <p:nvSpPr>
            <p:cNvPr id="170" name="矩形 128">
              <a:extLst>
                <a:ext uri="{FF2B5EF4-FFF2-40B4-BE49-F238E27FC236}">
                  <a16:creationId xmlns:a16="http://schemas.microsoft.com/office/drawing/2014/main" xmlns="" id="{03204D36-A4DB-4F11-8495-7FA87362A12B}"/>
                </a:ext>
              </a:extLst>
            </p:cNvPr>
            <p:cNvSpPr/>
            <p:nvPr/>
          </p:nvSpPr>
          <p:spPr>
            <a:xfrm>
              <a:off x="3649009" y="3349668"/>
              <a:ext cx="1028298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100" b="0" i="0" u="none" strike="noStrike" kern="0" cap="none" spc="0" normalizeH="0" baseline="0" noProof="0" dirty="0">
                  <a:ln>
                    <a:noFill/>
                  </a:ln>
                  <a:solidFill>
                    <a:srgbClr val="E2007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After Event</a:t>
              </a:r>
            </a:p>
          </p:txBody>
        </p:sp>
        <p:sp>
          <p:nvSpPr>
            <p:cNvPr id="171" name="矩形 128">
              <a:extLst>
                <a:ext uri="{FF2B5EF4-FFF2-40B4-BE49-F238E27FC236}">
                  <a16:creationId xmlns:a16="http://schemas.microsoft.com/office/drawing/2014/main" xmlns="" id="{F79F3414-FF2E-4A02-9549-1429DB86EB7E}"/>
                </a:ext>
              </a:extLst>
            </p:cNvPr>
            <p:cNvSpPr/>
            <p:nvPr/>
          </p:nvSpPr>
          <p:spPr>
            <a:xfrm>
              <a:off x="1100435" y="3545979"/>
              <a:ext cx="1296246" cy="43858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FC2F98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↓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Intent Generation</a:t>
              </a:r>
            </a:p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0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↑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Monitor and Predict</a:t>
              </a:r>
            </a:p>
          </p:txBody>
        </p:sp>
        <p:sp>
          <p:nvSpPr>
            <p:cNvPr id="172" name="矩形 128">
              <a:extLst>
                <a:ext uri="{FF2B5EF4-FFF2-40B4-BE49-F238E27FC236}">
                  <a16:creationId xmlns:a16="http://schemas.microsoft.com/office/drawing/2014/main" xmlns="" id="{2C69C98C-3DF9-4094-AACF-F9D98B58E3FC}"/>
                </a:ext>
              </a:extLst>
            </p:cNvPr>
            <p:cNvSpPr/>
            <p:nvPr/>
          </p:nvSpPr>
          <p:spPr>
            <a:xfrm>
              <a:off x="2377418" y="3570304"/>
              <a:ext cx="1412044" cy="377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FC2F98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↓ 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Policy &amp; Conflict decision</a:t>
              </a:r>
            </a:p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↑</a:t>
              </a:r>
              <a:r>
                <a:rPr kumimoji="0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Opt.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Policy</a:t>
              </a:r>
              <a:r>
                <a:rPr kumimoji="0" lang="zh-CN" altLang="en-US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 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Suggestion</a:t>
              </a:r>
            </a:p>
          </p:txBody>
        </p:sp>
        <p:sp>
          <p:nvSpPr>
            <p:cNvPr id="173" name="矩形 128">
              <a:extLst>
                <a:ext uri="{FF2B5EF4-FFF2-40B4-BE49-F238E27FC236}">
                  <a16:creationId xmlns:a16="http://schemas.microsoft.com/office/drawing/2014/main" xmlns="" id="{859AD8CF-87B0-4502-AD36-ED50E5C4D26A}"/>
                </a:ext>
              </a:extLst>
            </p:cNvPr>
            <p:cNvSpPr/>
            <p:nvPr/>
          </p:nvSpPr>
          <p:spPr>
            <a:xfrm>
              <a:off x="3678577" y="3570304"/>
              <a:ext cx="1028296" cy="377026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FC2F98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↓ 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Business Eva.</a:t>
              </a:r>
            </a:p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800" b="1" i="0" u="none" strike="noStrike" kern="0" cap="none" spc="0" normalizeH="0" baseline="0" noProof="0" dirty="0">
                  <a:ln>
                    <a:noFill/>
                  </a:ln>
                  <a:solidFill>
                    <a:srgbClr val="002060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↑</a:t>
              </a:r>
              <a:r>
                <a:rPr kumimoji="0" lang="zh-CN" altLang="en-US" sz="6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  </a:t>
              </a:r>
              <a:r>
                <a:rPr kumimoji="0" lang="en-US" altLang="zh-CN" sz="800" b="0" i="0" u="none" strike="noStrike" kern="0" cap="none" spc="0" normalizeH="0" baseline="0" noProof="0" dirty="0">
                  <a:ln>
                    <a:noFill/>
                  </a:ln>
                  <a:solidFill>
                    <a:srgbClr val="1D1D1A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Network Eva.</a:t>
              </a:r>
            </a:p>
          </p:txBody>
        </p:sp>
        <p:cxnSp>
          <p:nvCxnSpPr>
            <p:cNvPr id="174" name="直接箭头连接符 49">
              <a:extLst>
                <a:ext uri="{FF2B5EF4-FFF2-40B4-BE49-F238E27FC236}">
                  <a16:creationId xmlns:a16="http://schemas.microsoft.com/office/drawing/2014/main" xmlns="" id="{940822A7-FAA3-4FD2-8250-B4E1BDF6067F}"/>
                </a:ext>
              </a:extLst>
            </p:cNvPr>
            <p:cNvCxnSpPr>
              <a:cxnSpLocks/>
            </p:cNvCxnSpPr>
            <p:nvPr/>
          </p:nvCxnSpPr>
          <p:spPr>
            <a:xfrm>
              <a:off x="2899194" y="3966154"/>
              <a:ext cx="0" cy="303503"/>
            </a:xfrm>
            <a:prstGeom prst="straightConnector1">
              <a:avLst/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5" name="直接箭头连接符 49">
              <a:extLst>
                <a:ext uri="{FF2B5EF4-FFF2-40B4-BE49-F238E27FC236}">
                  <a16:creationId xmlns:a16="http://schemas.microsoft.com/office/drawing/2014/main" xmlns="" id="{5876C53A-09F9-4496-BA1C-C1E86A7AE9A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9194" y="3014010"/>
              <a:ext cx="0" cy="311636"/>
            </a:xfrm>
            <a:prstGeom prst="straightConnector1">
              <a:avLst/>
            </a:prstGeom>
            <a:noFill/>
            <a:ln w="6350" cap="flat" cmpd="sng" algn="ctr">
              <a:solidFill>
                <a:srgbClr val="666666"/>
              </a:solidFill>
              <a:prstDash val="solid"/>
              <a:miter lim="800000"/>
              <a:tailEnd type="triangle"/>
            </a:ln>
            <a:effectLst/>
          </p:spPr>
        </p:cxnSp>
        <p:cxnSp>
          <p:nvCxnSpPr>
            <p:cNvPr id="176" name="直接箭头连接符 49">
              <a:extLst>
                <a:ext uri="{FF2B5EF4-FFF2-40B4-BE49-F238E27FC236}">
                  <a16:creationId xmlns:a16="http://schemas.microsoft.com/office/drawing/2014/main" xmlns="" id="{CA170504-B61B-4F6E-B5C7-FE55B257E1F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899194" y="5624472"/>
              <a:ext cx="1" cy="201833"/>
            </a:xfrm>
            <a:prstGeom prst="straightConnector1">
              <a:avLst/>
            </a:prstGeom>
            <a:noFill/>
            <a:ln w="6350" cap="flat" cmpd="sng" algn="ctr">
              <a:solidFill>
                <a:srgbClr val="DDDDDD">
                  <a:lumMod val="25000"/>
                </a:srgbClr>
              </a:solidFill>
              <a:prstDash val="solid"/>
              <a:miter lim="800000"/>
              <a:tailEnd type="triangle"/>
            </a:ln>
            <a:effectLst/>
          </p:spPr>
        </p:cxnSp>
        <p:sp>
          <p:nvSpPr>
            <p:cNvPr id="177" name="文本框 11">
              <a:extLst>
                <a:ext uri="{FF2B5EF4-FFF2-40B4-BE49-F238E27FC236}">
                  <a16:creationId xmlns:a16="http://schemas.microsoft.com/office/drawing/2014/main" xmlns="" id="{11BB7D07-5C86-472A-A725-9FE3F60E024A}"/>
                </a:ext>
              </a:extLst>
            </p:cNvPr>
            <p:cNvSpPr txBox="1"/>
            <p:nvPr/>
          </p:nvSpPr>
          <p:spPr>
            <a:xfrm>
              <a:off x="1748558" y="3034347"/>
              <a:ext cx="2498210" cy="267161"/>
            </a:xfrm>
            <a:prstGeom prst="rect">
              <a:avLst/>
            </a:prstGeom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defTabSz="3656632" fontAlgn="auto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100" b="1" i="0" u="none" strike="noStrike" kern="0" cap="none" spc="0" normalizeH="0" baseline="0">
                  <a:ln>
                    <a:noFill/>
                  </a:ln>
                  <a:solidFill>
                    <a:srgbClr val="E20074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Arial" panose="020B0604020202020204" pitchFamily="34" charset="0"/>
                </a:defRPr>
              </a:lvl1pPr>
            </a:lstStyle>
            <a:p>
              <a:pPr marL="0" marR="0" lvl="0" indent="0" defTabSz="3652246" eaLnBrk="1" fontAlgn="auto" latinLnBrk="0" hangingPunct="1">
                <a:lnSpc>
                  <a:spcPct val="100000"/>
                </a:lnSpc>
                <a:spcBef>
                  <a:spcPts val="3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CN" sz="1200" b="1" i="0" u="none" strike="noStrike" kern="0" cap="none" spc="0" normalizeH="0" baseline="0" noProof="0" dirty="0">
                  <a:ln>
                    <a:noFill/>
                  </a:ln>
                  <a:solidFill>
                    <a:srgbClr val="E20074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</a:rPr>
                <a:t>Agent-to-Agent Communication</a:t>
              </a:r>
              <a:endParaRPr kumimoji="0" lang="zh-CN" altLang="en-US" sz="1200" b="1" i="0" u="none" strike="noStrike" kern="0" cap="none" spc="0" normalizeH="0" baseline="0" noProof="0" dirty="0" err="1">
                <a:ln>
                  <a:noFill/>
                </a:ln>
                <a:solidFill>
                  <a:srgbClr val="E20074"/>
                </a:solidFill>
                <a:effectLst/>
                <a:uLnTx/>
                <a:uFillTx/>
                <a:latin typeface="Arial" panose="020B0604020202020204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8" name="矩形 3">
              <a:extLst>
                <a:ext uri="{FF2B5EF4-FFF2-40B4-BE49-F238E27FC236}">
                  <a16:creationId xmlns:a16="http://schemas.microsoft.com/office/drawing/2014/main" xmlns="" id="{D270A1A4-CE6E-4807-839F-73CB199DBBF3}"/>
                </a:ext>
              </a:extLst>
            </p:cNvPr>
            <p:cNvSpPr/>
            <p:nvPr/>
          </p:nvSpPr>
          <p:spPr>
            <a:xfrm>
              <a:off x="1068047" y="3317960"/>
              <a:ext cx="3570434" cy="661432"/>
            </a:xfrm>
            <a:prstGeom prst="rect">
              <a:avLst/>
            </a:prstGeom>
            <a:noFill/>
            <a:ln w="6350" cap="flat" cmpd="sng" algn="ctr">
              <a:solidFill>
                <a:srgbClr val="1D1D1A"/>
              </a:solidFill>
              <a:prstDash val="sysDash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3381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797" b="0" i="0" u="none" strike="noStrike" kern="0" cap="none" spc="0" normalizeH="0" baseline="0" noProof="0">
                <a:ln>
                  <a:noFill/>
                </a:ln>
                <a:solidFill>
                  <a:srgbClr val="666666"/>
                </a:solidFill>
                <a:effectLst/>
                <a:uLnTx/>
                <a:uFillTx/>
                <a:latin typeface="Arial" panose="020B0604020202020204"/>
                <a:ea typeface="黑体" panose="02010609060101010101" pitchFamily="49" charset="-122"/>
                <a:cs typeface="+mn-cs"/>
              </a:endParaRPr>
            </a:p>
          </p:txBody>
        </p:sp>
      </p:grpSp>
      <p:grpSp>
        <p:nvGrpSpPr>
          <p:cNvPr id="204" name="组合 6">
            <a:extLst>
              <a:ext uri="{FF2B5EF4-FFF2-40B4-BE49-F238E27FC236}">
                <a16:creationId xmlns:a16="http://schemas.microsoft.com/office/drawing/2014/main" xmlns="" id="{7553E07B-DE24-4A13-91A7-B7174C6D6FC8}"/>
              </a:ext>
            </a:extLst>
          </p:cNvPr>
          <p:cNvGrpSpPr/>
          <p:nvPr/>
        </p:nvGrpSpPr>
        <p:grpSpPr>
          <a:xfrm>
            <a:off x="8042191" y="1562302"/>
            <a:ext cx="3206621" cy="381547"/>
            <a:chOff x="7814935" y="915508"/>
            <a:chExt cx="3210381" cy="381994"/>
          </a:xfrm>
        </p:grpSpPr>
        <p:grpSp>
          <p:nvGrpSpPr>
            <p:cNvPr id="205" name="组合 124">
              <a:extLst>
                <a:ext uri="{FF2B5EF4-FFF2-40B4-BE49-F238E27FC236}">
                  <a16:creationId xmlns:a16="http://schemas.microsoft.com/office/drawing/2014/main" xmlns="" id="{D0825B16-EEA7-4CC0-B3EF-F2EE4F0F08B4}"/>
                </a:ext>
              </a:extLst>
            </p:cNvPr>
            <p:cNvGrpSpPr/>
            <p:nvPr/>
          </p:nvGrpSpPr>
          <p:grpSpPr>
            <a:xfrm>
              <a:off x="7814935" y="956304"/>
              <a:ext cx="3210381" cy="341198"/>
              <a:chOff x="861605" y="4891540"/>
              <a:chExt cx="2687472" cy="73632"/>
            </a:xfrm>
          </p:grpSpPr>
          <p:sp>
            <p:nvSpPr>
              <p:cNvPr id="207" name="形状">
                <a:extLst>
                  <a:ext uri="{FF2B5EF4-FFF2-40B4-BE49-F238E27FC236}">
                    <a16:creationId xmlns:a16="http://schemas.microsoft.com/office/drawing/2014/main" xmlns="" id="{EB9EEE27-53E2-41DB-8B29-7F367950AAD7}"/>
                  </a:ext>
                </a:extLst>
              </p:cNvPr>
              <p:cNvSpPr/>
              <p:nvPr/>
            </p:nvSpPr>
            <p:spPr>
              <a:xfrm>
                <a:off x="861605" y="4891540"/>
                <a:ext cx="2687472" cy="68880"/>
              </a:xfrm>
              <a:prstGeom prst="trapezoid">
                <a:avLst>
                  <a:gd name="adj" fmla="val 271377"/>
                </a:avLst>
              </a:prstGeom>
              <a:gradFill flip="none" rotWithShape="1">
                <a:gsLst>
                  <a:gs pos="1000">
                    <a:srgbClr val="FFFFFF">
                      <a:lumMod val="90000"/>
                      <a:alpha val="0"/>
                    </a:srgbClr>
                  </a:gs>
                  <a:gs pos="100000">
                    <a:srgbClr val="FFFFFF">
                      <a:lumMod val="90000"/>
                      <a:alpha val="32000"/>
                    </a:srgbClr>
                  </a:gs>
                </a:gsLst>
                <a:lin ang="5400000" scaled="0"/>
                <a:tileRect/>
              </a:gradFill>
              <a:ln w="3175" cap="flat">
                <a:noFill/>
                <a:miter lim="400000"/>
              </a:ln>
              <a:effectLst/>
            </p:spPr>
            <p:txBody>
              <a:bodyPr wrap="square" lIns="25348" tIns="25348" rIns="25348" bIns="25348" numCol="1" anchor="ctr">
                <a:noAutofit/>
              </a:bodyPr>
              <a:lstStyle/>
              <a:p>
                <a:pPr algn="ctr" defTabSz="1216706" hangingPunct="0">
                  <a:defRPr sz="1400">
                    <a:solidFill>
                      <a:srgbClr val="5E5E5E"/>
                    </a:solidFill>
                  </a:defRPr>
                </a:pPr>
                <a:endParaRPr sz="800" kern="0">
                  <a:solidFill>
                    <a:srgbClr val="5E5E5E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cxnSp>
            <p:nvCxnSpPr>
              <p:cNvPr id="208" name="直接连接符 126">
                <a:extLst>
                  <a:ext uri="{FF2B5EF4-FFF2-40B4-BE49-F238E27FC236}">
                    <a16:creationId xmlns:a16="http://schemas.microsoft.com/office/drawing/2014/main" xmlns="" id="{6ABF4EBF-3B0C-49F0-AE21-2ECE6B94C3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605" y="4965172"/>
                <a:ext cx="2687472" cy="0"/>
              </a:xfrm>
              <a:prstGeom prst="line">
                <a:avLst/>
              </a:prstGeom>
              <a:noFill/>
              <a:ln w="12700" cap="flat">
                <a:solidFill>
                  <a:srgbClr val="C7000B"/>
                </a:solidFill>
                <a:prstDash val="solid"/>
                <a:miter lim="800000"/>
              </a:ln>
              <a:effectLst/>
              <a:sp3d/>
            </p:spPr>
          </p:cxnSp>
        </p:grpSp>
        <p:sp>
          <p:nvSpPr>
            <p:cNvPr id="206" name="华为云">
              <a:extLst>
                <a:ext uri="{FF2B5EF4-FFF2-40B4-BE49-F238E27FC236}">
                  <a16:creationId xmlns:a16="http://schemas.microsoft.com/office/drawing/2014/main" xmlns="" id="{9616AE4A-7AB4-4027-974A-ABD4A0D798DC}"/>
                </a:ext>
              </a:extLst>
            </p:cNvPr>
            <p:cNvSpPr txBox="1"/>
            <p:nvPr/>
          </p:nvSpPr>
          <p:spPr>
            <a:xfrm>
              <a:off x="7849989" y="915508"/>
              <a:ext cx="3096568" cy="308017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1" i="0" u="none" strike="noStrike" kern="0" cap="none" spc="0" normalizeH="0" baseline="0">
                  <a:ln>
                    <a:noFill/>
                  </a:ln>
                  <a:solidFill>
                    <a:srgbClr val="E20074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3303">
                <a:defRPr/>
              </a:pPr>
              <a:r>
                <a:rPr lang="en-US" altLang="zh-CN" sz="1399" dirty="0">
                  <a:latin typeface="Arial" panose="020B0604020202020204"/>
                  <a:cs typeface="Arial" panose="020B0604020202020204" pitchFamily="34" charset="0"/>
                </a:rPr>
                <a:t>Scenarios</a:t>
              </a:r>
            </a:p>
          </p:txBody>
        </p:sp>
      </p:grpSp>
      <p:grpSp>
        <p:nvGrpSpPr>
          <p:cNvPr id="209" name="组合 8">
            <a:extLst>
              <a:ext uri="{FF2B5EF4-FFF2-40B4-BE49-F238E27FC236}">
                <a16:creationId xmlns:a16="http://schemas.microsoft.com/office/drawing/2014/main" xmlns="" id="{9A754C4B-8F17-4E98-A685-A51F1D8127AA}"/>
              </a:ext>
            </a:extLst>
          </p:cNvPr>
          <p:cNvGrpSpPr/>
          <p:nvPr/>
        </p:nvGrpSpPr>
        <p:grpSpPr>
          <a:xfrm>
            <a:off x="7283959" y="3251215"/>
            <a:ext cx="4694815" cy="404352"/>
            <a:chOff x="7952185" y="3324956"/>
            <a:chExt cx="3210381" cy="404826"/>
          </a:xfrm>
        </p:grpSpPr>
        <p:grpSp>
          <p:nvGrpSpPr>
            <p:cNvPr id="210" name="组合 129">
              <a:extLst>
                <a:ext uri="{FF2B5EF4-FFF2-40B4-BE49-F238E27FC236}">
                  <a16:creationId xmlns:a16="http://schemas.microsoft.com/office/drawing/2014/main" xmlns="" id="{9E4577E7-7037-4D90-9B90-65799FBA0EC8}"/>
                </a:ext>
              </a:extLst>
            </p:cNvPr>
            <p:cNvGrpSpPr/>
            <p:nvPr/>
          </p:nvGrpSpPr>
          <p:grpSpPr>
            <a:xfrm>
              <a:off x="7952185" y="3388673"/>
              <a:ext cx="3210381" cy="341109"/>
              <a:chOff x="861605" y="4862192"/>
              <a:chExt cx="2687472" cy="102980"/>
            </a:xfrm>
          </p:grpSpPr>
          <p:sp>
            <p:nvSpPr>
              <p:cNvPr id="212" name="形状">
                <a:extLst>
                  <a:ext uri="{FF2B5EF4-FFF2-40B4-BE49-F238E27FC236}">
                    <a16:creationId xmlns:a16="http://schemas.microsoft.com/office/drawing/2014/main" xmlns="" id="{EC1D04E5-D0A7-44B6-A40B-012788D3C7FB}"/>
                  </a:ext>
                </a:extLst>
              </p:cNvPr>
              <p:cNvSpPr/>
              <p:nvPr/>
            </p:nvSpPr>
            <p:spPr>
              <a:xfrm>
                <a:off x="861605" y="4862192"/>
                <a:ext cx="2687472" cy="98228"/>
              </a:xfrm>
              <a:prstGeom prst="trapezoid">
                <a:avLst>
                  <a:gd name="adj" fmla="val 271377"/>
                </a:avLst>
              </a:prstGeom>
              <a:gradFill flip="none" rotWithShape="1">
                <a:gsLst>
                  <a:gs pos="1000">
                    <a:srgbClr val="FFFFFF">
                      <a:lumMod val="90000"/>
                      <a:alpha val="0"/>
                    </a:srgbClr>
                  </a:gs>
                  <a:gs pos="100000">
                    <a:srgbClr val="FFFFFF">
                      <a:lumMod val="90000"/>
                      <a:alpha val="32000"/>
                    </a:srgbClr>
                  </a:gs>
                </a:gsLst>
                <a:lin ang="5400000" scaled="0"/>
                <a:tileRect/>
              </a:gradFill>
              <a:ln w="3175" cap="flat">
                <a:noFill/>
                <a:miter lim="400000"/>
              </a:ln>
              <a:effectLst/>
            </p:spPr>
            <p:txBody>
              <a:bodyPr wrap="square" lIns="25348" tIns="25348" rIns="25348" bIns="25348" numCol="1" anchor="ctr">
                <a:noAutofit/>
              </a:bodyPr>
              <a:lstStyle/>
              <a:p>
                <a:pPr algn="ctr" defTabSz="1216706" hangingPunct="0">
                  <a:defRPr sz="1400">
                    <a:solidFill>
                      <a:srgbClr val="5E5E5E"/>
                    </a:solidFill>
                  </a:defRPr>
                </a:pPr>
                <a:endParaRPr sz="800" kern="0">
                  <a:solidFill>
                    <a:srgbClr val="5E5E5E"/>
                  </a:solidFill>
                  <a:latin typeface="Arial" panose="020B0604020202020204"/>
                  <a:ea typeface="微软雅黑" panose="020B0503020204020204" pitchFamily="34" charset="-122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cxnSp>
            <p:nvCxnSpPr>
              <p:cNvPr id="213" name="直接连接符 131">
                <a:extLst>
                  <a:ext uri="{FF2B5EF4-FFF2-40B4-BE49-F238E27FC236}">
                    <a16:creationId xmlns:a16="http://schemas.microsoft.com/office/drawing/2014/main" xmlns="" id="{2664A0F8-1231-4EEC-83BD-2DBD9AC668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61605" y="4965172"/>
                <a:ext cx="2687472" cy="0"/>
              </a:xfrm>
              <a:prstGeom prst="line">
                <a:avLst/>
              </a:prstGeom>
              <a:noFill/>
              <a:ln w="12700" cap="flat">
                <a:solidFill>
                  <a:srgbClr val="C7000B"/>
                </a:solidFill>
                <a:prstDash val="solid"/>
                <a:miter lim="800000"/>
              </a:ln>
              <a:effectLst/>
              <a:sp3d/>
            </p:spPr>
          </p:cxnSp>
        </p:grpSp>
        <p:sp>
          <p:nvSpPr>
            <p:cNvPr id="211" name="华为云">
              <a:extLst>
                <a:ext uri="{FF2B5EF4-FFF2-40B4-BE49-F238E27FC236}">
                  <a16:creationId xmlns:a16="http://schemas.microsoft.com/office/drawing/2014/main" xmlns="" id="{34F1639F-C279-4814-993B-456988A50DF8}"/>
                </a:ext>
              </a:extLst>
            </p:cNvPr>
            <p:cNvSpPr txBox="1"/>
            <p:nvPr/>
          </p:nvSpPr>
          <p:spPr>
            <a:xfrm>
              <a:off x="7987239" y="3324956"/>
              <a:ext cx="3096568" cy="361791"/>
            </a:xfrm>
            <a:prstGeom prst="rect">
              <a:avLst/>
            </a:prstGeom>
            <a:noFill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>
              <a:spAutoFit/>
            </a:bodyPr>
            <a:lstStyle>
              <a:defPPr>
                <a:defRPr lang="en-US"/>
              </a:defPPr>
              <a:lvl1pPr marR="0" lvl="0" indent="0" algn="ctr" defTabSz="914400" fontAlgn="auto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kumimoji="0" sz="1600" b="1" i="0" u="none" strike="noStrike" kern="0" cap="none" spc="0" normalizeH="0" baseline="0">
                  <a:ln>
                    <a:noFill/>
                  </a:ln>
                  <a:solidFill>
                    <a:srgbClr val="E20074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defRPr>
              </a:lvl1pPr>
            </a:lstStyle>
            <a:p>
              <a:pPr defTabSz="913303">
                <a:lnSpc>
                  <a:spcPct val="125000"/>
                </a:lnSpc>
                <a:defRPr/>
              </a:pPr>
              <a:r>
                <a:rPr lang="en-US" altLang="zh-CN" sz="1399" dirty="0">
                  <a:latin typeface="Arial" panose="020B0604020202020204"/>
                </a:rPr>
                <a:t>Values</a:t>
              </a:r>
              <a:endParaRPr lang="en-GB" altLang="zh-CN" sz="1399" dirty="0">
                <a:latin typeface="Arial" panose="020B0604020202020204"/>
              </a:endParaRPr>
            </a:p>
          </p:txBody>
        </p:sp>
      </p:grpSp>
      <p:grpSp>
        <p:nvGrpSpPr>
          <p:cNvPr id="214" name="组合 11">
            <a:extLst>
              <a:ext uri="{FF2B5EF4-FFF2-40B4-BE49-F238E27FC236}">
                <a16:creationId xmlns:a16="http://schemas.microsoft.com/office/drawing/2014/main" xmlns="" id="{7046181A-724D-4FE7-8FE7-D0EB3F8A659E}"/>
              </a:ext>
            </a:extLst>
          </p:cNvPr>
          <p:cNvGrpSpPr/>
          <p:nvPr/>
        </p:nvGrpSpPr>
        <p:grpSpPr>
          <a:xfrm>
            <a:off x="6893080" y="3656969"/>
            <a:ext cx="1787733" cy="2112487"/>
            <a:chOff x="6836097" y="3891139"/>
            <a:chExt cx="1789829" cy="2114963"/>
          </a:xfrm>
        </p:grpSpPr>
        <p:grpSp>
          <p:nvGrpSpPr>
            <p:cNvPr id="215" name="组合 5">
              <a:extLst>
                <a:ext uri="{FF2B5EF4-FFF2-40B4-BE49-F238E27FC236}">
                  <a16:creationId xmlns:a16="http://schemas.microsoft.com/office/drawing/2014/main" xmlns="" id="{1B50DD33-A223-46B6-844C-BD8E309CA8A9}"/>
                </a:ext>
              </a:extLst>
            </p:cNvPr>
            <p:cNvGrpSpPr/>
            <p:nvPr/>
          </p:nvGrpSpPr>
          <p:grpSpPr>
            <a:xfrm>
              <a:off x="6836097" y="3891139"/>
              <a:ext cx="1789829" cy="2114963"/>
              <a:chOff x="6836097" y="4208029"/>
              <a:chExt cx="1789829" cy="1575562"/>
            </a:xfrm>
          </p:grpSpPr>
          <p:grpSp>
            <p:nvGrpSpPr>
              <p:cNvPr id="217" name="Group 1">
                <a:extLst>
                  <a:ext uri="{FF2B5EF4-FFF2-40B4-BE49-F238E27FC236}">
                    <a16:creationId xmlns:a16="http://schemas.microsoft.com/office/drawing/2014/main" xmlns="" id="{D348DDA9-5405-4C1E-9082-A9B0D6ED0FB4}"/>
                  </a:ext>
                </a:extLst>
              </p:cNvPr>
              <p:cNvGrpSpPr/>
              <p:nvPr/>
            </p:nvGrpSpPr>
            <p:grpSpPr>
              <a:xfrm>
                <a:off x="6836097" y="4208029"/>
                <a:ext cx="1759030" cy="1575562"/>
                <a:chOff x="9905646" y="4270335"/>
                <a:chExt cx="1433784" cy="1575562"/>
              </a:xfrm>
            </p:grpSpPr>
            <p:sp>
              <p:nvSpPr>
                <p:cNvPr id="219" name="矩形 30">
                  <a:extLst>
                    <a:ext uri="{FF2B5EF4-FFF2-40B4-BE49-F238E27FC236}">
                      <a16:creationId xmlns:a16="http://schemas.microsoft.com/office/drawing/2014/main" xmlns="" id="{CA6B3648-E52E-4F5A-B1F5-09FD87A8E703}"/>
                    </a:ext>
                  </a:extLst>
                </p:cNvPr>
                <p:cNvSpPr/>
                <p:nvPr/>
              </p:nvSpPr>
              <p:spPr>
                <a:xfrm>
                  <a:off x="9905646" y="4270335"/>
                  <a:ext cx="1428457" cy="274684"/>
                </a:xfrm>
                <a:prstGeom prst="rect">
                  <a:avLst/>
                </a:prstGeom>
              </p:spPr>
              <p:txBody>
                <a:bodyPr wrap="square" anchor="ctr">
                  <a:noAutofit/>
                </a:bodyPr>
                <a:lstStyle/>
                <a:p>
                  <a:pPr marL="0" marR="0" lvl="0" indent="0" algn="ctr" defTabSz="911400" eaLnBrk="1" fontAlgn="ctr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D1D1A">
                          <a:lumMod val="90000"/>
                          <a:lumOff val="10000"/>
                        </a:srgbClr>
                      </a:solidFill>
                      <a:effectLst/>
                      <a:uLnTx/>
                      <a:uFillTx/>
                      <a:latin typeface="Arial" panose="020B0604020202020204"/>
                      <a:ea typeface="微软雅黑"/>
                      <a:cs typeface="Arial" panose="020B0604020202020204" pitchFamily="34" charset="0"/>
                      <a:sym typeface="+mn-lt"/>
                    </a:rPr>
                    <a:t>Realtime Perception</a:t>
                  </a:r>
                  <a:endParaRPr kumimoji="0" lang="en-US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  <a:sym typeface="+mn-lt"/>
                  </a:endParaRPr>
                </a:p>
              </p:txBody>
            </p:sp>
            <p:sp>
              <p:nvSpPr>
                <p:cNvPr id="220" name="文本框 31">
                  <a:extLst>
                    <a:ext uri="{FF2B5EF4-FFF2-40B4-BE49-F238E27FC236}">
                      <a16:creationId xmlns:a16="http://schemas.microsoft.com/office/drawing/2014/main" xmlns="" id="{860AF928-4A68-41FB-B8F4-1ED4DDB3DF3C}"/>
                    </a:ext>
                  </a:extLst>
                </p:cNvPr>
                <p:cNvSpPr txBox="1"/>
                <p:nvPr/>
              </p:nvSpPr>
              <p:spPr>
                <a:xfrm>
                  <a:off x="9966796" y="4798697"/>
                  <a:ext cx="711269" cy="12160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marL="0" marR="0" lvl="0" indent="0" algn="ctr" defTabSz="910766" eaLnBrk="1" fontAlgn="ctr" latinLnBrk="0" hangingPunct="1">
                    <a:lnSpc>
                      <a:spcPct val="12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1D1D1A"/>
                      </a:solidFill>
                      <a:effectLst/>
                      <a:uLnTx/>
                      <a:uFillTx/>
                      <a:latin typeface="Arial" panose="020B0604020202020204"/>
                      <a:ea typeface="微软雅黑"/>
                      <a:cs typeface="Arial" panose="020B0604020202020204" pitchFamily="34" charset="0"/>
                      <a:sym typeface="Arial" panose="020B0604020202020204" pitchFamily="34" charset="0"/>
                    </a:rPr>
                    <a:t>1-2 Hours</a:t>
                  </a:r>
                </a:p>
              </p:txBody>
            </p:sp>
            <p:sp>
              <p:nvSpPr>
                <p:cNvPr id="221" name="文本框 32">
                  <a:extLst>
                    <a:ext uri="{FF2B5EF4-FFF2-40B4-BE49-F238E27FC236}">
                      <a16:creationId xmlns:a16="http://schemas.microsoft.com/office/drawing/2014/main" xmlns="" id="{90599504-384D-4F5C-95D1-0F27CB01A500}"/>
                    </a:ext>
                  </a:extLst>
                </p:cNvPr>
                <p:cNvSpPr txBox="1"/>
                <p:nvPr/>
              </p:nvSpPr>
              <p:spPr>
                <a:xfrm>
                  <a:off x="10714522" y="5271372"/>
                  <a:ext cx="624908" cy="217928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>
                  <a:noAutofit/>
                </a:bodyPr>
                <a:lstStyle/>
                <a:p>
                  <a:pPr marL="0" marR="0" lvl="0" indent="0" algn="ctr" defTabSz="910766" eaLnBrk="1" fontAlgn="ctr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E10074"/>
                      </a:solidFill>
                      <a:effectLst/>
                      <a:uLnTx/>
                      <a:uFillTx/>
                      <a:latin typeface="Arial" panose="020B0604020202020204"/>
                      <a:ea typeface="微软雅黑"/>
                      <a:cs typeface="Arial" panose="020B0604020202020204" pitchFamily="34" charset="0"/>
                      <a:sym typeface="Arial" panose="020B0604020202020204" pitchFamily="34" charset="0"/>
                    </a:rPr>
                    <a:t>Minutes detection </a:t>
                  </a:r>
                </a:p>
              </p:txBody>
            </p:sp>
            <p:cxnSp>
              <p:nvCxnSpPr>
                <p:cNvPr id="222" name="直接连接符 33">
                  <a:extLst>
                    <a:ext uri="{FF2B5EF4-FFF2-40B4-BE49-F238E27FC236}">
                      <a16:creationId xmlns:a16="http://schemas.microsoft.com/office/drawing/2014/main" xmlns="" id="{247FA567-3986-4135-A6E4-0A1A1A33D2E4}"/>
                    </a:ext>
                  </a:extLst>
                </p:cNvPr>
                <p:cNvCxnSpPr/>
                <p:nvPr/>
              </p:nvCxnSpPr>
              <p:spPr>
                <a:xfrm>
                  <a:off x="10120421" y="5688293"/>
                  <a:ext cx="1191197" cy="0"/>
                </a:xfrm>
                <a:prstGeom prst="line">
                  <a:avLst/>
                </a:prstGeom>
                <a:noFill/>
                <a:ln w="6350" cap="flat" cmpd="sng" algn="ctr">
                  <a:solidFill>
                    <a:sysClr val="window" lastClr="FFFFFF">
                      <a:lumMod val="60000"/>
                      <a:lumOff val="40000"/>
                      <a:alpha val="44000"/>
                    </a:sysClr>
                  </a:solidFill>
                  <a:prstDash val="solid"/>
                  <a:miter lim="800000"/>
                </a:ln>
                <a:effectLst/>
              </p:spPr>
            </p:cxnSp>
            <p:sp>
              <p:nvSpPr>
                <p:cNvPr id="223" name="矩形 34">
                  <a:extLst>
                    <a:ext uri="{FF2B5EF4-FFF2-40B4-BE49-F238E27FC236}">
                      <a16:creationId xmlns:a16="http://schemas.microsoft.com/office/drawing/2014/main" xmlns="" id="{08D6B99A-588F-4DBD-99C6-1FCD37B87C40}"/>
                    </a:ext>
                  </a:extLst>
                </p:cNvPr>
                <p:cNvSpPr/>
                <p:nvPr/>
              </p:nvSpPr>
              <p:spPr>
                <a:xfrm>
                  <a:off x="10168248" y="5031631"/>
                  <a:ext cx="249166" cy="656002"/>
                </a:xfrm>
                <a:prstGeom prst="rect">
                  <a:avLst/>
                </a:prstGeom>
                <a:solidFill>
                  <a:srgbClr val="666666">
                    <a:lumMod val="40000"/>
                    <a:lumOff val="60000"/>
                  </a:srgbClr>
                </a:solidFill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ot="0" spcFirstLastPara="0" vertOverflow="overflow" horzOverflow="overflow" vert="horz" wrap="square" lIns="91260" tIns="45630" rIns="91260" bIns="45630" numCol="1" spcCol="0" rtlCol="0" fromWordArt="0" anchor="ctr" anchorCtr="0" forceAA="0" compatLnSpc="1">
                  <a:noAutofit/>
                </a:bodyPr>
                <a:lstStyle/>
                <a:p>
                  <a:pPr marL="0" marR="0" lvl="0" indent="0" algn="ctr" defTabSz="912669" eaLnBrk="1" fontAlgn="ctr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zh-CN" sz="1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  <a:sym typeface="Arial" panose="020B0604020202020204" pitchFamily="34" charset="0"/>
                  </a:endParaRPr>
                </a:p>
              </p:txBody>
            </p:sp>
            <p:pic>
              <p:nvPicPr>
                <p:cNvPr id="224" name="图片 35" descr="5">
                  <a:extLst>
                    <a:ext uri="{FF2B5EF4-FFF2-40B4-BE49-F238E27FC236}">
                      <a16:creationId xmlns:a16="http://schemas.microsoft.com/office/drawing/2014/main" xmlns="" id="{3A0CD14C-506D-4394-8C1C-2F2810BC5B69}"/>
                    </a:ext>
                  </a:extLst>
                </p:cNvPr>
                <p:cNvPicPr/>
                <p:nvPr/>
              </p:nvPicPr>
              <p:blipFill>
                <a:blip r:embed="rId2">
                  <a:duotone>
                    <a:prstClr val="black"/>
                    <a:srgbClr val="E9002F">
                      <a:tint val="45000"/>
                      <a:satMod val="400000"/>
                    </a:srgbClr>
                  </a:duotone>
                </a:blip>
                <a:stretch>
                  <a:fillRect/>
                </a:stretch>
              </p:blipFill>
              <p:spPr>
                <a:xfrm flipV="1">
                  <a:off x="10838517" y="5563131"/>
                  <a:ext cx="292159" cy="124501"/>
                </a:xfrm>
                <a:prstGeom prst="rect">
                  <a:avLst/>
                </a:prstGeom>
                <a:solidFill>
                  <a:srgbClr val="E10074"/>
                </a:solidFill>
              </p:spPr>
            </p:pic>
            <p:sp>
              <p:nvSpPr>
                <p:cNvPr id="225" name="Freeform 5">
                  <a:extLst>
                    <a:ext uri="{FF2B5EF4-FFF2-40B4-BE49-F238E27FC236}">
                      <a16:creationId xmlns:a16="http://schemas.microsoft.com/office/drawing/2014/main" xmlns="" id="{975852E6-22B3-4624-A3B9-D2591F0E6503}"/>
                    </a:ext>
                  </a:extLst>
                </p:cNvPr>
                <p:cNvSpPr/>
                <p:nvPr/>
              </p:nvSpPr>
              <p:spPr bwMode="auto">
                <a:xfrm rot="15268345" flipH="1" flipV="1">
                  <a:off x="10407319" y="5081036"/>
                  <a:ext cx="325552" cy="235864"/>
                </a:xfrm>
                <a:custGeom>
                  <a:avLst/>
                  <a:gdLst>
                    <a:gd name="T0" fmla="*/ 768 w 768"/>
                    <a:gd name="T1" fmla="*/ 100 h 744"/>
                    <a:gd name="T2" fmla="*/ 609 w 768"/>
                    <a:gd name="T3" fmla="*/ 283 h 744"/>
                    <a:gd name="T4" fmla="*/ 589 w 768"/>
                    <a:gd name="T5" fmla="*/ 202 h 744"/>
                    <a:gd name="T6" fmla="*/ 36 w 768"/>
                    <a:gd name="T7" fmla="*/ 744 h 744"/>
                    <a:gd name="T8" fmla="*/ 560 w 768"/>
                    <a:gd name="T9" fmla="*/ 83 h 744"/>
                    <a:gd name="T10" fmla="*/ 540 w 768"/>
                    <a:gd name="T11" fmla="*/ 0 h 744"/>
                    <a:gd name="T12" fmla="*/ 768 w 768"/>
                    <a:gd name="T13" fmla="*/ 100 h 744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</a:cxnLst>
                  <a:rect l="0" t="0" r="r" b="b"/>
                  <a:pathLst>
                    <a:path w="768" h="744">
                      <a:moveTo>
                        <a:pt x="768" y="100"/>
                      </a:moveTo>
                      <a:cubicBezTo>
                        <a:pt x="609" y="283"/>
                        <a:pt x="609" y="283"/>
                        <a:pt x="609" y="283"/>
                      </a:cubicBezTo>
                      <a:cubicBezTo>
                        <a:pt x="609" y="283"/>
                        <a:pt x="590" y="202"/>
                        <a:pt x="589" y="202"/>
                      </a:cubicBezTo>
                      <a:cubicBezTo>
                        <a:pt x="65" y="361"/>
                        <a:pt x="36" y="744"/>
                        <a:pt x="36" y="744"/>
                      </a:cubicBezTo>
                      <a:cubicBezTo>
                        <a:pt x="36" y="744"/>
                        <a:pt x="0" y="260"/>
                        <a:pt x="560" y="83"/>
                      </a:cubicBezTo>
                      <a:cubicBezTo>
                        <a:pt x="561" y="80"/>
                        <a:pt x="540" y="0"/>
                        <a:pt x="540" y="0"/>
                      </a:cubicBezTo>
                      <a:lnTo>
                        <a:pt x="768" y="100"/>
                      </a:lnTo>
                      <a:close/>
                    </a:path>
                  </a:pathLst>
                </a:custGeom>
                <a:solidFill>
                  <a:srgbClr val="E10074"/>
                </a:solidFill>
                <a:ln>
                  <a:noFill/>
                </a:ln>
                <a:effectLst>
                  <a:outerShdw blurRad="63500" sx="101000" sy="101000" algn="ctr" rotWithShape="0">
                    <a:srgbClr val="000000">
                      <a:alpha val="20000"/>
                    </a:srgbClr>
                  </a:outerShdw>
                </a:effectLst>
              </p:spPr>
              <p:txBody>
                <a:bodyPr lIns="91241" tIns="45621" rIns="91241" bIns="45621"/>
                <a:lstStyle/>
                <a:p>
                  <a:pPr marL="0" marR="0" lvl="0" indent="0" defTabSz="912669" eaLnBrk="0" fontAlgn="auto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ts val="0"/>
                    </a:spcAft>
                    <a:buClr>
                      <a:srgbClr val="990000"/>
                    </a:buClr>
                    <a:buSzPct val="60000"/>
                    <a:buFontTx/>
                    <a:buNone/>
                    <a:tabLst/>
                    <a:defRPr/>
                  </a:pPr>
                  <a:endParaRPr kumimoji="0" lang="zh-CN" altLang="en-US" sz="1399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  <a:sym typeface="+mn-lt"/>
                  </a:endParaRPr>
                </a:p>
              </p:txBody>
            </p:sp>
            <p:sp>
              <p:nvSpPr>
                <p:cNvPr id="226" name="TextBox 109">
                  <a:extLst>
                    <a:ext uri="{FF2B5EF4-FFF2-40B4-BE49-F238E27FC236}">
                      <a16:creationId xmlns:a16="http://schemas.microsoft.com/office/drawing/2014/main" xmlns="" id="{9DDD88C3-AA8B-424B-BF24-7162B8B35736}"/>
                    </a:ext>
                  </a:extLst>
                </p:cNvPr>
                <p:cNvSpPr txBox="1"/>
                <p:nvPr/>
              </p:nvSpPr>
              <p:spPr>
                <a:xfrm>
                  <a:off x="9927970" y="5650856"/>
                  <a:ext cx="768199" cy="195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338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50" b="0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00B050"/>
                      </a:solidFill>
                      <a:effectLst/>
                      <a:uLnTx/>
                      <a:uFillTx/>
                      <a:latin typeface="Arial" panose="020B0604020202020204"/>
                      <a:ea typeface="微软雅黑"/>
                    </a:rPr>
                    <a:t>AS-IS</a:t>
                  </a:r>
                  <a:endParaRPr kumimoji="0" lang="zh-CN" altLang="en-US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</a:endParaRPr>
                </a:p>
              </p:txBody>
            </p:sp>
            <p:sp>
              <p:nvSpPr>
                <p:cNvPr id="227" name="TextBox 110">
                  <a:extLst>
                    <a:ext uri="{FF2B5EF4-FFF2-40B4-BE49-F238E27FC236}">
                      <a16:creationId xmlns:a16="http://schemas.microsoft.com/office/drawing/2014/main" xmlns="" id="{70232C7C-3964-4E6A-A75F-7DE440E4E9E8}"/>
                    </a:ext>
                  </a:extLst>
                </p:cNvPr>
                <p:cNvSpPr txBox="1"/>
                <p:nvPr/>
              </p:nvSpPr>
              <p:spPr>
                <a:xfrm>
                  <a:off x="10726983" y="5644101"/>
                  <a:ext cx="571361" cy="19504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ctr" defTabSz="913381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altLang="zh-CN" sz="1050" b="1" i="0" u="none" strike="noStrike" kern="0" cap="none" spc="0" normalizeH="0" baseline="0" noProof="0" dirty="0">
                      <a:ln>
                        <a:noFill/>
                      </a:ln>
                      <a:solidFill>
                        <a:srgbClr val="E20074"/>
                      </a:solidFill>
                      <a:effectLst/>
                      <a:uLnTx/>
                      <a:uFillTx/>
                      <a:latin typeface="Arial" panose="020B0604020202020204"/>
                      <a:ea typeface="微软雅黑"/>
                    </a:rPr>
                    <a:t>TO-BE</a:t>
                  </a:r>
                  <a:endPara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E20074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</a:endParaRPr>
                </a:p>
              </p:txBody>
            </p:sp>
          </p:grpSp>
          <p:sp>
            <p:nvSpPr>
              <p:cNvPr id="218" name="文本框 122">
                <a:extLst>
                  <a:ext uri="{FF2B5EF4-FFF2-40B4-BE49-F238E27FC236}">
                    <a16:creationId xmlns:a16="http://schemas.microsoft.com/office/drawing/2014/main" xmlns="" id="{C004B819-83AC-4D51-B5E0-BC4DF778BBB8}"/>
                  </a:ext>
                </a:extLst>
              </p:cNvPr>
              <p:cNvSpPr txBox="1"/>
              <p:nvPr/>
            </p:nvSpPr>
            <p:spPr>
              <a:xfrm>
                <a:off x="7829401" y="4614661"/>
                <a:ext cx="796525" cy="4425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>
                <a:defPPr>
                  <a:defRPr lang="en-US"/>
                </a:defPPr>
                <a:lvl1pPr marR="0" lvl="0" indent="0" algn="ctr" defTabSz="911860" fontAlgn="ctr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1200" b="1" kern="0">
                    <a:solidFill>
                      <a:srgbClr val="E10074"/>
                    </a:solidFill>
                    <a:latin typeface="Arial" panose="020B0604020202020204"/>
                    <a:ea typeface="微软雅黑"/>
                    <a:cs typeface="Arial" panose="020B0604020202020204" pitchFamily="34" charset="0"/>
                  </a:defRPr>
                </a:lvl1pPr>
              </a:lstStyle>
              <a:p>
                <a:pPr marL="0" marR="0" lvl="0" indent="0" algn="ctr" defTabSz="910766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E10074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  <a:p>
                <a:pPr marL="0" marR="0" lvl="0" indent="0" algn="ctr" defTabSz="910766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E10074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</a:rPr>
                  <a:t>H</a:t>
                </a: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E10074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</a:rPr>
                  <a:t>our</a:t>
                </a: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E10074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</a:rPr>
                  <a:t>s</a:t>
                </a: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E10074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</a:rPr>
                  <a:t> </a:t>
                </a:r>
                <a:endPara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E10074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</a:endParaRPr>
              </a:p>
              <a:p>
                <a:pPr marL="0" marR="0" lvl="0" indent="0" algn="ctr" defTabSz="910766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zh-CN" altLang="en-US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E10074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</a:rPr>
                  <a:t>foresight </a:t>
                </a:r>
              </a:p>
            </p:txBody>
          </p:sp>
        </p:grpSp>
        <p:cxnSp>
          <p:nvCxnSpPr>
            <p:cNvPr id="216" name="直接连接符 10">
              <a:extLst>
                <a:ext uri="{FF2B5EF4-FFF2-40B4-BE49-F238E27FC236}">
                  <a16:creationId xmlns:a16="http://schemas.microsoft.com/office/drawing/2014/main" xmlns="" id="{1044ADE9-DB6B-45CB-8F50-E86D385F873B}"/>
                </a:ext>
              </a:extLst>
            </p:cNvPr>
            <p:cNvCxnSpPr/>
            <p:nvPr/>
          </p:nvCxnSpPr>
          <p:spPr>
            <a:xfrm>
              <a:off x="6965859" y="4373633"/>
              <a:ext cx="1440000" cy="0"/>
            </a:xfrm>
            <a:prstGeom prst="line">
              <a:avLst/>
            </a:prstGeom>
            <a:noFill/>
            <a:ln w="19050" cap="flat" cmpd="sng" algn="ctr">
              <a:solidFill>
                <a:srgbClr val="E20074"/>
              </a:solidFill>
              <a:prstDash val="solid"/>
              <a:miter lim="800000"/>
            </a:ln>
            <a:effectLst/>
          </p:spPr>
        </p:cxnSp>
      </p:grpSp>
      <p:grpSp>
        <p:nvGrpSpPr>
          <p:cNvPr id="228" name="组合 13">
            <a:extLst>
              <a:ext uri="{FF2B5EF4-FFF2-40B4-BE49-F238E27FC236}">
                <a16:creationId xmlns:a16="http://schemas.microsoft.com/office/drawing/2014/main" xmlns="" id="{D6AB0AB4-CB3A-4F1A-A100-DF1E7ED61D71}"/>
              </a:ext>
            </a:extLst>
          </p:cNvPr>
          <p:cNvGrpSpPr/>
          <p:nvPr/>
        </p:nvGrpSpPr>
        <p:grpSpPr>
          <a:xfrm>
            <a:off x="8831269" y="3661488"/>
            <a:ext cx="1550293" cy="2099709"/>
            <a:chOff x="8657495" y="3895663"/>
            <a:chExt cx="1552110" cy="2102170"/>
          </a:xfrm>
        </p:grpSpPr>
        <p:grpSp>
          <p:nvGrpSpPr>
            <p:cNvPr id="229" name="Group 232">
              <a:extLst>
                <a:ext uri="{FF2B5EF4-FFF2-40B4-BE49-F238E27FC236}">
                  <a16:creationId xmlns:a16="http://schemas.microsoft.com/office/drawing/2014/main" xmlns="" id="{4C237CB9-6668-4DC6-A068-8ED1C0F47DA3}"/>
                </a:ext>
              </a:extLst>
            </p:cNvPr>
            <p:cNvGrpSpPr/>
            <p:nvPr/>
          </p:nvGrpSpPr>
          <p:grpSpPr>
            <a:xfrm>
              <a:off x="8657495" y="3895663"/>
              <a:ext cx="1552110" cy="2102170"/>
              <a:chOff x="9888891" y="4279865"/>
              <a:chExt cx="1552110" cy="1566032"/>
            </a:xfrm>
          </p:grpSpPr>
          <p:sp>
            <p:nvSpPr>
              <p:cNvPr id="231" name="矩形 30">
                <a:extLst>
                  <a:ext uri="{FF2B5EF4-FFF2-40B4-BE49-F238E27FC236}">
                    <a16:creationId xmlns:a16="http://schemas.microsoft.com/office/drawing/2014/main" xmlns="" id="{EE4B0B4D-73C9-440D-8A74-EA91708DD5F7}"/>
                  </a:ext>
                </a:extLst>
              </p:cNvPr>
              <p:cNvSpPr/>
              <p:nvPr/>
            </p:nvSpPr>
            <p:spPr>
              <a:xfrm>
                <a:off x="9888891" y="4279865"/>
                <a:ext cx="1428457" cy="274684"/>
              </a:xfrm>
              <a:prstGeom prst="rect">
                <a:avLst/>
              </a:prstGeom>
            </p:spPr>
            <p:txBody>
              <a:bodyPr wrap="square" anchor="ctr">
                <a:noAutofit/>
              </a:bodyPr>
              <a:lstStyle/>
              <a:p>
                <a:pPr marL="0" marR="0" lvl="0" indent="0" algn="ctr" defTabSz="911400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>
                        <a:lumMod val="90000"/>
                        <a:lumOff val="10000"/>
                      </a:srgbClr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  <a:sym typeface="+mn-lt"/>
                  </a:rPr>
                  <a:t>Realtime Optimization</a:t>
                </a:r>
                <a:endParaRPr kumimoji="0" lang="en-US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1D1D1A">
                      <a:lumMod val="90000"/>
                      <a:lumOff val="10000"/>
                    </a:srgbClr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232" name="文本框 31">
                <a:extLst>
                  <a:ext uri="{FF2B5EF4-FFF2-40B4-BE49-F238E27FC236}">
                    <a16:creationId xmlns:a16="http://schemas.microsoft.com/office/drawing/2014/main" xmlns="" id="{80702712-00D9-44E8-8D7F-2A66A8263DDC}"/>
                  </a:ext>
                </a:extLst>
              </p:cNvPr>
              <p:cNvSpPr txBox="1"/>
              <p:nvPr/>
            </p:nvSpPr>
            <p:spPr>
              <a:xfrm>
                <a:off x="10026527" y="4798697"/>
                <a:ext cx="711269" cy="12160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L="0" marR="0" lvl="0" indent="0" algn="ctr" defTabSz="910766" eaLnBrk="1" fontAlgn="ctr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D1D1A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  <a:sym typeface="Arial" panose="020B0604020202020204" pitchFamily="34" charset="0"/>
                  </a:rPr>
                  <a:t>3 -4 Hours</a:t>
                </a:r>
              </a:p>
            </p:txBody>
          </p:sp>
          <p:sp>
            <p:nvSpPr>
              <p:cNvPr id="233" name="文本框 32">
                <a:extLst>
                  <a:ext uri="{FF2B5EF4-FFF2-40B4-BE49-F238E27FC236}">
                    <a16:creationId xmlns:a16="http://schemas.microsoft.com/office/drawing/2014/main" xmlns="" id="{E1B8F852-2A3A-43B4-B0B3-FCD05A148A4C}"/>
                  </a:ext>
                </a:extLst>
              </p:cNvPr>
              <p:cNvSpPr txBox="1"/>
              <p:nvPr/>
            </p:nvSpPr>
            <p:spPr>
              <a:xfrm>
                <a:off x="10526073" y="5360109"/>
                <a:ext cx="914928" cy="21792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noAutofit/>
              </a:bodyPr>
              <a:lstStyle/>
              <a:p>
                <a:pPr marL="0" marR="0" lvl="0" indent="0" algn="ctr" defTabSz="910766" eaLnBrk="1" fontAlgn="ctr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E10074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  <a:sym typeface="Arial" panose="020B0604020202020204" pitchFamily="34" charset="0"/>
                  </a:rPr>
                  <a:t>M</a:t>
                </a:r>
                <a:r>
                  <a:rPr kumimoji="0" lang="en-US" altLang="zh-CN" sz="1050" b="1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E10074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  <a:cs typeface="Arial" panose="020B0604020202020204" pitchFamily="34" charset="0"/>
                    <a:sym typeface="Arial" panose="020B0604020202020204" pitchFamily="34" charset="0"/>
                  </a:rPr>
                  <a:t>inutes</a:t>
                </a:r>
                <a:endParaRPr kumimoji="0" lang="en-US" altLang="zh-CN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E10074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cxnSp>
            <p:nvCxnSpPr>
              <p:cNvPr id="234" name="直接连接符 33">
                <a:extLst>
                  <a:ext uri="{FF2B5EF4-FFF2-40B4-BE49-F238E27FC236}">
                    <a16:creationId xmlns:a16="http://schemas.microsoft.com/office/drawing/2014/main" xmlns="" id="{0438087A-3668-415C-BBA5-46155D805E64}"/>
                  </a:ext>
                </a:extLst>
              </p:cNvPr>
              <p:cNvCxnSpPr/>
              <p:nvPr/>
            </p:nvCxnSpPr>
            <p:spPr>
              <a:xfrm>
                <a:off x="10120421" y="5688293"/>
                <a:ext cx="1191197" cy="0"/>
              </a:xfrm>
              <a:prstGeom prst="line">
                <a:avLst/>
              </a:prstGeom>
              <a:noFill/>
              <a:ln w="6350" cap="flat" cmpd="sng" algn="ctr">
                <a:solidFill>
                  <a:sysClr val="window" lastClr="FFFFFF">
                    <a:lumMod val="60000"/>
                    <a:lumOff val="40000"/>
                    <a:alpha val="44000"/>
                  </a:sysClr>
                </a:solidFill>
                <a:prstDash val="solid"/>
                <a:miter lim="800000"/>
              </a:ln>
              <a:effectLst/>
            </p:spPr>
          </p:cxnSp>
          <p:sp>
            <p:nvSpPr>
              <p:cNvPr id="235" name="矩形 34">
                <a:extLst>
                  <a:ext uri="{FF2B5EF4-FFF2-40B4-BE49-F238E27FC236}">
                    <a16:creationId xmlns:a16="http://schemas.microsoft.com/office/drawing/2014/main" xmlns="" id="{AB81B6F6-02A8-4C52-B1B2-2B00282BED95}"/>
                  </a:ext>
                </a:extLst>
              </p:cNvPr>
              <p:cNvSpPr/>
              <p:nvPr/>
            </p:nvSpPr>
            <p:spPr>
              <a:xfrm>
                <a:off x="10168248" y="5031631"/>
                <a:ext cx="249166" cy="656002"/>
              </a:xfrm>
              <a:prstGeom prst="rect">
                <a:avLst/>
              </a:prstGeom>
              <a:solidFill>
                <a:srgbClr val="666666">
                  <a:lumMod val="40000"/>
                  <a:lumOff val="60000"/>
                </a:srgbClr>
              </a:solidFill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ot="0" spcFirstLastPara="0" vertOverflow="overflow" horzOverflow="overflow" vert="horz" wrap="square" lIns="91260" tIns="45630" rIns="91260" bIns="45630" numCol="1" spcCol="0" rtlCol="0" fromWordArt="0" anchor="ctr" anchorCtr="0" forceAA="0" compatLnSpc="1">
                <a:noAutofit/>
              </a:bodyPr>
              <a:lstStyle/>
              <a:p>
                <a:pPr marL="0" marR="0" lvl="0" indent="0" algn="ctr" defTabSz="912669" eaLnBrk="1" fontAlgn="ctr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zh-CN" sz="120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  <a:sym typeface="Arial" panose="020B0604020202020204" pitchFamily="34" charset="0"/>
                </a:endParaRPr>
              </a:p>
            </p:txBody>
          </p:sp>
          <p:pic>
            <p:nvPicPr>
              <p:cNvPr id="236" name="图片 35" descr="5">
                <a:extLst>
                  <a:ext uri="{FF2B5EF4-FFF2-40B4-BE49-F238E27FC236}">
                    <a16:creationId xmlns:a16="http://schemas.microsoft.com/office/drawing/2014/main" xmlns="" id="{71F37427-6509-487A-A180-898395CD0170}"/>
                  </a:ext>
                </a:extLst>
              </p:cNvPr>
              <p:cNvPicPr/>
              <p:nvPr/>
            </p:nvPicPr>
            <p:blipFill>
              <a:blip r:embed="rId2">
                <a:duotone>
                  <a:prstClr val="black"/>
                  <a:srgbClr val="E9002F">
                    <a:tint val="45000"/>
                    <a:satMod val="400000"/>
                  </a:srgbClr>
                </a:duotone>
              </a:blip>
              <a:stretch>
                <a:fillRect/>
              </a:stretch>
            </p:blipFill>
            <p:spPr>
              <a:xfrm flipV="1">
                <a:off x="10838517" y="5563131"/>
                <a:ext cx="292159" cy="124501"/>
              </a:xfrm>
              <a:prstGeom prst="rect">
                <a:avLst/>
              </a:prstGeom>
              <a:solidFill>
                <a:srgbClr val="E10074"/>
              </a:solidFill>
            </p:spPr>
          </p:pic>
          <p:sp>
            <p:nvSpPr>
              <p:cNvPr id="237" name="Freeform 5">
                <a:extLst>
                  <a:ext uri="{FF2B5EF4-FFF2-40B4-BE49-F238E27FC236}">
                    <a16:creationId xmlns:a16="http://schemas.microsoft.com/office/drawing/2014/main" xmlns="" id="{3AC3A2DF-18DC-4879-8B22-25E9B331B1CE}"/>
                  </a:ext>
                </a:extLst>
              </p:cNvPr>
              <p:cNvSpPr/>
              <p:nvPr/>
            </p:nvSpPr>
            <p:spPr bwMode="auto">
              <a:xfrm rot="15268345" flipH="1" flipV="1">
                <a:off x="10477633" y="5081036"/>
                <a:ext cx="325552" cy="235864"/>
              </a:xfrm>
              <a:custGeom>
                <a:avLst/>
                <a:gdLst>
                  <a:gd name="T0" fmla="*/ 768 w 768"/>
                  <a:gd name="T1" fmla="*/ 100 h 744"/>
                  <a:gd name="T2" fmla="*/ 609 w 768"/>
                  <a:gd name="T3" fmla="*/ 283 h 744"/>
                  <a:gd name="T4" fmla="*/ 589 w 768"/>
                  <a:gd name="T5" fmla="*/ 202 h 744"/>
                  <a:gd name="T6" fmla="*/ 36 w 768"/>
                  <a:gd name="T7" fmla="*/ 744 h 744"/>
                  <a:gd name="T8" fmla="*/ 560 w 768"/>
                  <a:gd name="T9" fmla="*/ 83 h 744"/>
                  <a:gd name="T10" fmla="*/ 540 w 768"/>
                  <a:gd name="T11" fmla="*/ 0 h 744"/>
                  <a:gd name="T12" fmla="*/ 768 w 768"/>
                  <a:gd name="T13" fmla="*/ 100 h 7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768" h="744">
                    <a:moveTo>
                      <a:pt x="768" y="100"/>
                    </a:moveTo>
                    <a:cubicBezTo>
                      <a:pt x="609" y="283"/>
                      <a:pt x="609" y="283"/>
                      <a:pt x="609" y="283"/>
                    </a:cubicBezTo>
                    <a:cubicBezTo>
                      <a:pt x="609" y="283"/>
                      <a:pt x="590" y="202"/>
                      <a:pt x="589" y="202"/>
                    </a:cubicBezTo>
                    <a:cubicBezTo>
                      <a:pt x="65" y="361"/>
                      <a:pt x="36" y="744"/>
                      <a:pt x="36" y="744"/>
                    </a:cubicBezTo>
                    <a:cubicBezTo>
                      <a:pt x="36" y="744"/>
                      <a:pt x="0" y="260"/>
                      <a:pt x="560" y="83"/>
                    </a:cubicBezTo>
                    <a:cubicBezTo>
                      <a:pt x="561" y="80"/>
                      <a:pt x="540" y="0"/>
                      <a:pt x="540" y="0"/>
                    </a:cubicBezTo>
                    <a:lnTo>
                      <a:pt x="768" y="100"/>
                    </a:lnTo>
                    <a:close/>
                  </a:path>
                </a:pathLst>
              </a:custGeom>
              <a:solidFill>
                <a:srgbClr val="E10074"/>
              </a:solidFill>
              <a:ln>
                <a:noFill/>
              </a:ln>
              <a:effectLst>
                <a:outerShdw blurRad="63500" sx="101000" sy="101000" algn="ctr" rotWithShape="0">
                  <a:srgbClr val="000000">
                    <a:alpha val="20000"/>
                  </a:srgbClr>
                </a:outerShdw>
              </a:effectLst>
            </p:spPr>
            <p:txBody>
              <a:bodyPr lIns="91241" tIns="45621" rIns="91241" bIns="45621"/>
              <a:lstStyle/>
              <a:p>
                <a:pPr marL="0" marR="0" lvl="0" indent="0" defTabSz="912669" eaLnBrk="0" fontAlgn="auto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ts val="0"/>
                  </a:spcAft>
                  <a:buClr>
                    <a:srgbClr val="990000"/>
                  </a:buClr>
                  <a:buSzPct val="60000"/>
                  <a:buFontTx/>
                  <a:buNone/>
                  <a:tabLst/>
                  <a:defRPr/>
                </a:pPr>
                <a:endParaRPr kumimoji="0" lang="zh-CN" altLang="en-US" sz="1399" b="0" i="0" u="none" strike="noStrike" kern="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/>
                  <a:ea typeface="微软雅黑"/>
                  <a:cs typeface="Arial" panose="020B0604020202020204" pitchFamily="34" charset="0"/>
                  <a:sym typeface="+mn-lt"/>
                </a:endParaRPr>
              </a:p>
            </p:txBody>
          </p:sp>
          <p:sp>
            <p:nvSpPr>
              <p:cNvPr id="238" name="TextBox 241">
                <a:extLst>
                  <a:ext uri="{FF2B5EF4-FFF2-40B4-BE49-F238E27FC236}">
                    <a16:creationId xmlns:a16="http://schemas.microsoft.com/office/drawing/2014/main" xmlns="" id="{DEB03953-21E6-4650-8E77-DED3D56AC938}"/>
                  </a:ext>
                </a:extLst>
              </p:cNvPr>
              <p:cNvSpPr txBox="1"/>
              <p:nvPr/>
            </p:nvSpPr>
            <p:spPr>
              <a:xfrm>
                <a:off x="9927970" y="5650856"/>
                <a:ext cx="768199" cy="195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B050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</a:rPr>
                  <a:t>AS-IS</a:t>
                </a:r>
                <a:endParaRPr kumimoji="0" lang="zh-CN" altLang="en-US" sz="1050" b="0" i="0" u="none" strike="noStrike" kern="0" cap="none" spc="0" normalizeH="0" baseline="0" noProof="0" dirty="0">
                  <a:ln>
                    <a:noFill/>
                  </a:ln>
                  <a:solidFill>
                    <a:srgbClr val="00B050"/>
                  </a:solidFill>
                  <a:effectLst/>
                  <a:uLnTx/>
                  <a:uFillTx/>
                  <a:latin typeface="Arial" panose="020B0604020202020204"/>
                  <a:ea typeface="微软雅黑"/>
                </a:endParaRPr>
              </a:p>
            </p:txBody>
          </p:sp>
          <p:sp>
            <p:nvSpPr>
              <p:cNvPr id="239" name="TextBox 242">
                <a:extLst>
                  <a:ext uri="{FF2B5EF4-FFF2-40B4-BE49-F238E27FC236}">
                    <a16:creationId xmlns:a16="http://schemas.microsoft.com/office/drawing/2014/main" xmlns="" id="{8DC1E03B-E780-4172-8B4E-D8CFC916648E}"/>
                  </a:ext>
                </a:extLst>
              </p:cNvPr>
              <p:cNvSpPr txBox="1"/>
              <p:nvPr/>
            </p:nvSpPr>
            <p:spPr>
              <a:xfrm>
                <a:off x="10594400" y="5644101"/>
                <a:ext cx="836530" cy="19504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3381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zh-CN" sz="105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E20074"/>
                    </a:solidFill>
                    <a:effectLst/>
                    <a:uLnTx/>
                    <a:uFillTx/>
                    <a:latin typeface="Arial" panose="020B0604020202020204"/>
                    <a:ea typeface="微软雅黑"/>
                  </a:rPr>
                  <a:t>TO-BE</a:t>
                </a:r>
                <a:endParaRPr kumimoji="0" lang="zh-CN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rgbClr val="E20074"/>
                  </a:solidFill>
                  <a:effectLst/>
                  <a:uLnTx/>
                  <a:uFillTx/>
                  <a:latin typeface="Arial" panose="020B0604020202020204"/>
                  <a:ea typeface="微软雅黑"/>
                </a:endParaRPr>
              </a:p>
            </p:txBody>
          </p:sp>
        </p:grpSp>
        <p:cxnSp>
          <p:nvCxnSpPr>
            <p:cNvPr id="230" name="直接连接符 128">
              <a:extLst>
                <a:ext uri="{FF2B5EF4-FFF2-40B4-BE49-F238E27FC236}">
                  <a16:creationId xmlns:a16="http://schemas.microsoft.com/office/drawing/2014/main" xmlns="" id="{4A1828F3-BDB6-4CB0-ABC5-5CD3D4439275}"/>
                </a:ext>
              </a:extLst>
            </p:cNvPr>
            <p:cNvCxnSpPr/>
            <p:nvPr/>
          </p:nvCxnSpPr>
          <p:spPr>
            <a:xfrm>
              <a:off x="8700245" y="4373633"/>
              <a:ext cx="1440000" cy="0"/>
            </a:xfrm>
            <a:prstGeom prst="line">
              <a:avLst/>
            </a:prstGeom>
            <a:noFill/>
            <a:ln w="19050" cap="flat" cmpd="sng" algn="ctr">
              <a:solidFill>
                <a:srgbClr val="E20074"/>
              </a:solidFill>
              <a:prstDash val="solid"/>
              <a:miter lim="800000"/>
            </a:ln>
            <a:effectLst/>
          </p:spPr>
        </p:cxnSp>
      </p:grpSp>
      <p:sp>
        <p:nvSpPr>
          <p:cNvPr id="240" name="TextBox 111">
            <a:extLst>
              <a:ext uri="{FF2B5EF4-FFF2-40B4-BE49-F238E27FC236}">
                <a16:creationId xmlns:a16="http://schemas.microsoft.com/office/drawing/2014/main" xmlns="" id="{BD287CDA-D92C-4E0F-9484-1148943ACF85}"/>
              </a:ext>
            </a:extLst>
          </p:cNvPr>
          <p:cNvSpPr txBox="1"/>
          <p:nvPr/>
        </p:nvSpPr>
        <p:spPr>
          <a:xfrm>
            <a:off x="7014998" y="1882148"/>
            <a:ext cx="5182333" cy="8537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408" indent="-285408" defTabSz="913303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Planned Events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: 1500+ Events in Germany per year. for example, Beer Exchange, Concerts, Sports in the venue.</a:t>
            </a:r>
          </a:p>
          <a:p>
            <a:pPr marL="285408" indent="-285408" defTabSz="913303">
              <a:lnSpc>
                <a:spcPct val="150000"/>
              </a:lnSpc>
              <a:buFont typeface="Wingdings" panose="05000000000000000000" pitchFamily="2" charset="2"/>
              <a:buChar char="Ü"/>
              <a:defRPr/>
            </a:pPr>
            <a:r>
              <a:rPr lang="en-US" altLang="zh-CN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Un-planned Events </a:t>
            </a:r>
            <a:r>
              <a:rPr lang="en-US" altLang="zh-CN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:</a:t>
            </a:r>
            <a:r>
              <a:rPr lang="zh-CN" altLang="en-US" sz="1100" b="1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lang="en-US" altLang="zh-CN" sz="1100" dirty="0">
                <a:solidFill>
                  <a:srgbClr val="1D1D1A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traffic-jam, cell out-of-service.  </a:t>
            </a:r>
          </a:p>
        </p:txBody>
      </p:sp>
      <p:sp>
        <p:nvSpPr>
          <p:cNvPr id="241" name="文本框 136">
            <a:extLst>
              <a:ext uri="{FF2B5EF4-FFF2-40B4-BE49-F238E27FC236}">
                <a16:creationId xmlns:a16="http://schemas.microsoft.com/office/drawing/2014/main" xmlns="" id="{7FDFC847-392A-4647-ACD1-634526F7FE33}"/>
              </a:ext>
            </a:extLst>
          </p:cNvPr>
          <p:cNvSpPr txBox="1"/>
          <p:nvPr/>
        </p:nvSpPr>
        <p:spPr>
          <a:xfrm>
            <a:off x="7847025" y="4100233"/>
            <a:ext cx="828207" cy="184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lang="en-US" altLang="zh-CN" sz="600" b="1" dirty="0">
                <a:solidFill>
                  <a:srgbClr val="1D1D1A"/>
                </a:solidFill>
                <a:latin typeface="Arial" panose="020B0604020202020204"/>
                <a:ea typeface="黑体" panose="02010609060101010101" pitchFamily="49" charset="-122"/>
              </a:rPr>
              <a:t>Planned Events</a:t>
            </a:r>
            <a:endParaRPr lang="zh-CN" altLang="en-US" sz="600" b="1" dirty="0">
              <a:solidFill>
                <a:srgbClr val="1D1D1A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42" name="文本框 136">
            <a:extLst>
              <a:ext uri="{FF2B5EF4-FFF2-40B4-BE49-F238E27FC236}">
                <a16:creationId xmlns:a16="http://schemas.microsoft.com/office/drawing/2014/main" xmlns="" id="{9CADE6F9-DDEB-4B52-9ADF-6EAA9FABB8E9}"/>
              </a:ext>
            </a:extLst>
          </p:cNvPr>
          <p:cNvSpPr txBox="1"/>
          <p:nvPr/>
        </p:nvSpPr>
        <p:spPr>
          <a:xfrm>
            <a:off x="7838658" y="4761938"/>
            <a:ext cx="828207" cy="2768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3668">
              <a:defRPr/>
            </a:pPr>
            <a:r>
              <a:rPr lang="en-US" altLang="zh-CN" sz="600" b="1" dirty="0">
                <a:solidFill>
                  <a:srgbClr val="1D1D1A"/>
                </a:solidFill>
                <a:latin typeface="Arial" panose="020B0604020202020204"/>
                <a:ea typeface="黑体" panose="02010609060101010101" pitchFamily="49" charset="-122"/>
              </a:rPr>
              <a:t>Un-planned Events</a:t>
            </a:r>
            <a:endParaRPr lang="zh-CN" altLang="en-US" sz="600" b="1" dirty="0">
              <a:solidFill>
                <a:srgbClr val="1D1D1A"/>
              </a:solidFill>
              <a:latin typeface="Arial" panose="020B0604020202020204"/>
              <a:ea typeface="黑体" panose="02010609060101010101" pitchFamily="49" charset="-122"/>
            </a:endParaRPr>
          </a:p>
        </p:txBody>
      </p:sp>
      <p:sp>
        <p:nvSpPr>
          <p:cNvPr id="243" name="矩形 115">
            <a:extLst>
              <a:ext uri="{FF2B5EF4-FFF2-40B4-BE49-F238E27FC236}">
                <a16:creationId xmlns:a16="http://schemas.microsoft.com/office/drawing/2014/main" xmlns="" id="{8C07CE0A-C73F-4934-8942-845175D54602}"/>
              </a:ext>
            </a:extLst>
          </p:cNvPr>
          <p:cNvSpPr/>
          <p:nvPr/>
        </p:nvSpPr>
        <p:spPr>
          <a:xfrm>
            <a:off x="29023" y="2368403"/>
            <a:ext cx="448667" cy="307657"/>
          </a:xfrm>
          <a:prstGeom prst="rect">
            <a:avLst/>
          </a:prstGeom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ctr" defTabSz="913303"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 Arial"/>
                <a:ea typeface="微软雅黑" panose="020B0503020204020204" pitchFamily="34" charset="-122"/>
                <a:cs typeface="Arial" panose="020B0604020202020204" pitchFamily="34" charset="0"/>
              </a:rPr>
              <a:t>Service</a:t>
            </a:r>
          </a:p>
          <a:p>
            <a:pPr algn="ctr" defTabSz="913303">
              <a:defRPr/>
            </a:pPr>
            <a:r>
              <a:rPr lang="en-US" altLang="zh-CN" sz="1000" b="1" kern="0" dirty="0">
                <a:solidFill>
                  <a:srgbClr val="1D1D1A"/>
                </a:solidFill>
                <a:latin typeface=" Arial"/>
                <a:ea typeface="微软雅黑" panose="020B0503020204020204" pitchFamily="34" charset="-122"/>
                <a:cs typeface="Arial" panose="020B0604020202020204" pitchFamily="34" charset="0"/>
              </a:rPr>
              <a:t>Layer</a:t>
            </a:r>
          </a:p>
        </p:txBody>
      </p:sp>
      <p:sp>
        <p:nvSpPr>
          <p:cNvPr id="244" name="矩形 114">
            <a:extLst>
              <a:ext uri="{FF2B5EF4-FFF2-40B4-BE49-F238E27FC236}">
                <a16:creationId xmlns:a16="http://schemas.microsoft.com/office/drawing/2014/main" xmlns="" id="{3376DF02-88B9-4711-A165-CE65ADD2F9EB}"/>
              </a:ext>
            </a:extLst>
          </p:cNvPr>
          <p:cNvSpPr/>
          <p:nvPr/>
        </p:nvSpPr>
        <p:spPr>
          <a:xfrm>
            <a:off x="52857" y="4875567"/>
            <a:ext cx="471099" cy="323039"/>
          </a:xfrm>
          <a:prstGeom prst="rect">
            <a:avLst/>
          </a:prstGeom>
          <a:ln>
            <a:noFill/>
          </a:ln>
        </p:spPr>
        <p:txBody>
          <a:bodyPr wrap="none" lIns="0" tIns="0" rIns="0" bIns="0">
            <a:spAutoFit/>
          </a:bodyPr>
          <a:lstStyle/>
          <a:p>
            <a:pPr algn="ctr" defTabSz="913303">
              <a:defRPr/>
            </a:pPr>
            <a:r>
              <a:rPr lang="en-US" altLang="zh-CN" sz="1050" b="1" kern="0" dirty="0">
                <a:solidFill>
                  <a:srgbClr val="1D1D1A"/>
                </a:solidFill>
                <a:latin typeface=" Arial"/>
                <a:ea typeface="微软雅黑" panose="020B0503020204020204" pitchFamily="34" charset="-122"/>
                <a:cs typeface="Arial" panose="020B0604020202020204" pitchFamily="34" charset="0"/>
              </a:rPr>
              <a:t>Network</a:t>
            </a:r>
          </a:p>
          <a:p>
            <a:pPr algn="ctr" defTabSz="913303">
              <a:defRPr/>
            </a:pPr>
            <a:r>
              <a:rPr lang="en-US" altLang="zh-CN" sz="1050" b="1" kern="0" dirty="0">
                <a:solidFill>
                  <a:srgbClr val="1D1D1A"/>
                </a:solidFill>
                <a:latin typeface=" Arial"/>
                <a:ea typeface="微软雅黑" panose="020B0503020204020204" pitchFamily="34" charset="-122"/>
                <a:cs typeface="Arial" panose="020B0604020202020204" pitchFamily="34" charset="0"/>
              </a:rPr>
              <a:t>Layer</a:t>
            </a:r>
          </a:p>
        </p:txBody>
      </p:sp>
      <p:pic>
        <p:nvPicPr>
          <p:cNvPr id="245" name="Picture 57">
            <a:extLst>
              <a:ext uri="{FF2B5EF4-FFF2-40B4-BE49-F238E27FC236}">
                <a16:creationId xmlns:a16="http://schemas.microsoft.com/office/drawing/2014/main" xmlns="" id="{48149A72-EC23-4D5E-A4F7-882DF33439CD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prstClr val="black"/>
              <a:srgbClr val="E20074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 rot="16200000">
            <a:off x="4003664" y="3553907"/>
            <a:ext cx="5670323" cy="58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9998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41688" y="2959481"/>
            <a:ext cx="2343912" cy="469519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altLang="zh-CN" sz="4000" dirty="0"/>
              <a:t>Discussion</a:t>
            </a:r>
            <a:endParaRPr lang="zh-CN" altLang="en-US" sz="4000" dirty="0"/>
          </a:p>
        </p:txBody>
      </p:sp>
    </p:spTree>
    <p:extLst>
      <p:ext uri="{BB962C8B-B14F-4D97-AF65-F5344CB8AC3E}">
        <p14:creationId xmlns:p14="http://schemas.microsoft.com/office/powerpoint/2010/main" val="1920509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3.xml><?xml version="1.0" encoding="utf-8"?>
<a:theme xmlns:a="http://schemas.openxmlformats.org/drawingml/2006/main" name="1_章节页">
  <a:themeElements>
    <a:clrScheme name="HuaWei colour 3">
      <a:dk1>
        <a:srgbClr val="1D1D1A"/>
      </a:dk1>
      <a:lt1>
        <a:srgbClr val="666666"/>
      </a:lt1>
      <a:dk2>
        <a:srgbClr val="FFFFFF"/>
      </a:dk2>
      <a:lt2>
        <a:srgbClr val="DDDDDD"/>
      </a:lt2>
      <a:accent1>
        <a:srgbClr val="E9002F"/>
      </a:accent1>
      <a:accent2>
        <a:srgbClr val="7F0000"/>
      </a:accent2>
      <a:accent3>
        <a:srgbClr val="ED6D00"/>
      </a:accent3>
      <a:accent4>
        <a:srgbClr val="FCC800"/>
      </a:accent4>
      <a:accent5>
        <a:srgbClr val="61B230"/>
      </a:accent5>
      <a:accent6>
        <a:srgbClr val="30B5C5"/>
      </a:accent6>
      <a:hlink>
        <a:srgbClr val="C7000B"/>
      </a:hlink>
      <a:folHlink>
        <a:srgbClr val="6666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kumimoji="1" dirty="0" smtClean="0">
            <a:solidFill>
              <a:srgbClr val="000000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PT 模板" id="{9BBB633E-5E45-41C7-B61B-A7FDDADD335C}" vid="{FC34AD67-7538-4717-9A73-50191031DBF3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07222825-62ea-40f3-96b5-5375c07996e2}" enabled="1" method="Privileged" siteId="{90c7a20a-f34b-40bf-bc48-b9253b6f5d20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23636</TotalTime>
  <Words>351</Words>
  <Application>Microsoft Office PowerPoint</Application>
  <PresentationFormat>宽屏</PresentationFormat>
  <Paragraphs>123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 Arial</vt:lpstr>
      <vt:lpstr>.AppleSystemUIFont</vt:lpstr>
      <vt:lpstr>等线</vt:lpstr>
      <vt:lpstr>黑体</vt:lpstr>
      <vt:lpstr>宋体</vt:lpstr>
      <vt:lpstr>微软雅黑</vt:lpstr>
      <vt:lpstr>微软雅黑</vt:lpstr>
      <vt:lpstr>Arial</vt:lpstr>
      <vt:lpstr>Arial Narrow</vt:lpstr>
      <vt:lpstr>Calibri</vt:lpstr>
      <vt:lpstr>Calibri Light</vt:lpstr>
      <vt:lpstr>Segoe UI Light</vt:lpstr>
      <vt:lpstr>Wingdings</vt:lpstr>
      <vt:lpstr>Office 主题</vt:lpstr>
      <vt:lpstr>章节页</vt:lpstr>
      <vt:lpstr>1_章节页</vt:lpstr>
      <vt:lpstr>Deutsche Telekom Use Case: Unexpected Incidents with Multi-Agent Collaboration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of IPPM and BMWG Consolidation</dc:title>
  <dc:creator>Qin Wu</dc:creator>
  <cp:lastModifiedBy>Qin Wu</cp:lastModifiedBy>
  <cp:revision>156</cp:revision>
  <dcterms:created xsi:type="dcterms:W3CDTF">2025-09-14T05:35:00Z</dcterms:created>
  <dcterms:modified xsi:type="dcterms:W3CDTF">2026-03-11T02:39:20Z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readonly">
    <vt:lpwstr/>
  </property>
  <property fmtid="{D5CDD505-2E9C-101B-9397-08002B2CF9AE}" pid="3" name="_change">
    <vt:lpwstr/>
  </property>
  <property fmtid="{D5CDD505-2E9C-101B-9397-08002B2CF9AE}" pid="4" name="_full-control">
    <vt:lpwstr/>
  </property>
  <property fmtid="{D5CDD505-2E9C-101B-9397-08002B2CF9AE}" pid="5" name="sflag">
    <vt:lpwstr>1772544477</vt:lpwstr>
  </property>
</Properties>
</file>